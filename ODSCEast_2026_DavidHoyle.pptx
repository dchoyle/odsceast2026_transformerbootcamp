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6" r:id="rId2"/>
    <p:sldId id="258" r:id="rId3"/>
    <p:sldId id="336" r:id="rId4"/>
    <p:sldId id="339" r:id="rId5"/>
    <p:sldId id="259" r:id="rId6"/>
    <p:sldId id="338" r:id="rId7"/>
    <p:sldId id="340" r:id="rId8"/>
    <p:sldId id="260" r:id="rId9"/>
    <p:sldId id="261" r:id="rId10"/>
    <p:sldId id="268" r:id="rId11"/>
    <p:sldId id="269" r:id="rId12"/>
    <p:sldId id="270" r:id="rId13"/>
    <p:sldId id="271" r:id="rId14"/>
    <p:sldId id="272" r:id="rId15"/>
    <p:sldId id="273" r:id="rId16"/>
    <p:sldId id="262" r:id="rId17"/>
    <p:sldId id="263" r:id="rId18"/>
    <p:sldId id="330" r:id="rId19"/>
    <p:sldId id="274" r:id="rId20"/>
    <p:sldId id="277" r:id="rId21"/>
    <p:sldId id="278" r:id="rId22"/>
    <p:sldId id="279" r:id="rId23"/>
    <p:sldId id="286" r:id="rId24"/>
    <p:sldId id="287" r:id="rId25"/>
    <p:sldId id="281" r:id="rId26"/>
    <p:sldId id="282" r:id="rId27"/>
    <p:sldId id="283" r:id="rId28"/>
    <p:sldId id="284" r:id="rId29"/>
    <p:sldId id="285" r:id="rId30"/>
    <p:sldId id="276" r:id="rId31"/>
    <p:sldId id="275" r:id="rId32"/>
    <p:sldId id="331" r:id="rId33"/>
    <p:sldId id="265" r:id="rId34"/>
    <p:sldId id="288" r:id="rId35"/>
    <p:sldId id="290" r:id="rId36"/>
    <p:sldId id="341" r:id="rId37"/>
    <p:sldId id="343" r:id="rId38"/>
    <p:sldId id="332" r:id="rId39"/>
    <p:sldId id="295" r:id="rId40"/>
    <p:sldId id="297" r:id="rId41"/>
    <p:sldId id="298" r:id="rId42"/>
    <p:sldId id="299" r:id="rId43"/>
    <p:sldId id="300" r:id="rId44"/>
    <p:sldId id="342" r:id="rId45"/>
    <p:sldId id="296" r:id="rId46"/>
    <p:sldId id="310" r:id="rId47"/>
    <p:sldId id="301" r:id="rId48"/>
    <p:sldId id="303" r:id="rId49"/>
    <p:sldId id="302" r:id="rId50"/>
    <p:sldId id="304" r:id="rId51"/>
    <p:sldId id="305" r:id="rId52"/>
    <p:sldId id="306" r:id="rId53"/>
    <p:sldId id="307" r:id="rId54"/>
    <p:sldId id="309" r:id="rId55"/>
    <p:sldId id="333" r:id="rId56"/>
    <p:sldId id="311" r:id="rId57"/>
    <p:sldId id="312" r:id="rId58"/>
    <p:sldId id="313" r:id="rId59"/>
    <p:sldId id="314" r:id="rId60"/>
    <p:sldId id="321" r:id="rId61"/>
    <p:sldId id="319" r:id="rId62"/>
    <p:sldId id="320" r:id="rId63"/>
    <p:sldId id="322" r:id="rId64"/>
    <p:sldId id="323" r:id="rId65"/>
    <p:sldId id="334" r:id="rId66"/>
    <p:sldId id="324" r:id="rId67"/>
    <p:sldId id="325" r:id="rId68"/>
    <p:sldId id="327" r:id="rId69"/>
    <p:sldId id="326" r:id="rId70"/>
    <p:sldId id="328" r:id="rId71"/>
    <p:sldId id="329" r:id="rId72"/>
    <p:sldId id="335" r:id="rId73"/>
    <p:sldId id="344" r:id="rId74"/>
    <p:sldId id="346" r:id="rId75"/>
    <p:sldId id="345" r:id="rId76"/>
    <p:sldId id="317" r:id="rId77"/>
    <p:sldId id="347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C3A482-FD99-4591-9116-BA9C4C38257B}">
          <p14:sldIdLst>
            <p14:sldId id="256"/>
            <p14:sldId id="258"/>
            <p14:sldId id="336"/>
            <p14:sldId id="339"/>
            <p14:sldId id="259"/>
            <p14:sldId id="338"/>
            <p14:sldId id="340"/>
            <p14:sldId id="260"/>
            <p14:sldId id="261"/>
            <p14:sldId id="268"/>
            <p14:sldId id="269"/>
            <p14:sldId id="270"/>
            <p14:sldId id="271"/>
            <p14:sldId id="272"/>
            <p14:sldId id="273"/>
            <p14:sldId id="262"/>
            <p14:sldId id="263"/>
            <p14:sldId id="330"/>
            <p14:sldId id="274"/>
            <p14:sldId id="277"/>
            <p14:sldId id="278"/>
            <p14:sldId id="279"/>
            <p14:sldId id="286"/>
            <p14:sldId id="287"/>
            <p14:sldId id="281"/>
            <p14:sldId id="282"/>
            <p14:sldId id="283"/>
            <p14:sldId id="284"/>
            <p14:sldId id="285"/>
            <p14:sldId id="276"/>
            <p14:sldId id="275"/>
            <p14:sldId id="331"/>
            <p14:sldId id="265"/>
            <p14:sldId id="288"/>
            <p14:sldId id="290"/>
            <p14:sldId id="341"/>
            <p14:sldId id="343"/>
            <p14:sldId id="332"/>
            <p14:sldId id="295"/>
            <p14:sldId id="297"/>
            <p14:sldId id="298"/>
            <p14:sldId id="299"/>
            <p14:sldId id="300"/>
            <p14:sldId id="342"/>
            <p14:sldId id="296"/>
            <p14:sldId id="310"/>
            <p14:sldId id="301"/>
            <p14:sldId id="303"/>
            <p14:sldId id="302"/>
            <p14:sldId id="304"/>
            <p14:sldId id="305"/>
            <p14:sldId id="306"/>
            <p14:sldId id="307"/>
            <p14:sldId id="309"/>
            <p14:sldId id="333"/>
            <p14:sldId id="311"/>
            <p14:sldId id="312"/>
            <p14:sldId id="313"/>
            <p14:sldId id="314"/>
            <p14:sldId id="321"/>
            <p14:sldId id="319"/>
            <p14:sldId id="320"/>
            <p14:sldId id="322"/>
            <p14:sldId id="323"/>
            <p14:sldId id="334"/>
            <p14:sldId id="324"/>
            <p14:sldId id="325"/>
            <p14:sldId id="327"/>
            <p14:sldId id="326"/>
            <p14:sldId id="328"/>
            <p14:sldId id="329"/>
            <p14:sldId id="335"/>
            <p14:sldId id="344"/>
            <p14:sldId id="346"/>
            <p14:sldId id="345"/>
            <p14:sldId id="317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A1BD44-79AA-4772-B0CA-F4B8D927081B}" v="4938" dt="2026-04-26T22:42:40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363" autoAdjust="0"/>
  </p:normalViewPr>
  <p:slideViewPr>
    <p:cSldViewPr snapToGrid="0">
      <p:cViewPr varScale="1">
        <p:scale>
          <a:sx n="74" d="100"/>
          <a:sy n="74" d="100"/>
        </p:scale>
        <p:origin x="747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yle" userId="235831776b2d7bf9" providerId="LiveId" clId="{424CF4DE-7678-4F3C-A76F-ABB3B27A05B2}"/>
    <pc:docChg chg="undo redo custSel addSld delSld modSld sldOrd modMainMaster addSection delSection modSection">
      <pc:chgData name="David Hoyle" userId="235831776b2d7bf9" providerId="LiveId" clId="{424CF4DE-7678-4F3C-A76F-ABB3B27A05B2}" dt="2026-04-26T23:01:43.668" v="110931" actId="20577"/>
      <pc:docMkLst>
        <pc:docMk/>
      </pc:docMkLst>
      <pc:sldChg chg="addSp delSp modSp new mod setBg delDesignElem modNotesTx">
        <pc:chgData name="David Hoyle" userId="235831776b2d7bf9" providerId="LiveId" clId="{424CF4DE-7678-4F3C-A76F-ABB3B27A05B2}" dt="2026-04-26T16:44:20.198" v="106101" actId="20577"/>
        <pc:sldMkLst>
          <pc:docMk/>
          <pc:sldMk cId="654091197" sldId="256"/>
        </pc:sldMkLst>
        <pc:spChg chg="add del">
          <ac:chgData name="David Hoyle" userId="235831776b2d7bf9" providerId="LiveId" clId="{424CF4DE-7678-4F3C-A76F-ABB3B27A05B2}" dt="2026-04-03T14:36:30.430" v="212"/>
          <ac:spMkLst>
            <pc:docMk/>
            <pc:sldMk cId="654091197" sldId="256"/>
            <ac:spMk id="5" creationId="{42A4FC2C-047E-45A5-965D-8E1E3BF09BC6}"/>
          </ac:spMkLst>
        </pc:spChg>
        <pc:picChg chg="add mod">
          <ac:chgData name="David Hoyle" userId="235831776b2d7bf9" providerId="LiveId" clId="{424CF4DE-7678-4F3C-A76F-ABB3B27A05B2}" dt="2026-04-03T14:08:40.865" v="5" actId="26606"/>
          <ac:picMkLst>
            <pc:docMk/>
            <pc:sldMk cId="654091197" sldId="256"/>
            <ac:picMk id="3" creationId="{B71E028D-DAB5-4A66-5FC2-A59968265748}"/>
          </ac:picMkLst>
        </pc:picChg>
      </pc:sldChg>
      <pc:sldChg chg="addSp delSp modSp new mod modNotesTx">
        <pc:chgData name="David Hoyle" userId="235831776b2d7bf9" providerId="LiveId" clId="{424CF4DE-7678-4F3C-A76F-ABB3B27A05B2}" dt="2026-04-26T22:55:46.499" v="110871" actId="20577"/>
        <pc:sldMkLst>
          <pc:docMk/>
          <pc:sldMk cId="2424543670" sldId="258"/>
        </pc:sldMkLst>
        <pc:spChg chg="add mod">
          <ac:chgData name="David Hoyle" userId="235831776b2d7bf9" providerId="LiveId" clId="{424CF4DE-7678-4F3C-A76F-ABB3B27A05B2}" dt="2026-04-23T20:44:46.776" v="44064" actId="14100"/>
          <ac:spMkLst>
            <pc:docMk/>
            <pc:sldMk cId="2424543670" sldId="258"/>
            <ac:spMk id="2" creationId="{25D48998-0511-C581-AF97-CE73A174C9AA}"/>
          </ac:spMkLst>
        </pc:spChg>
        <pc:spChg chg="add mod">
          <ac:chgData name="David Hoyle" userId="235831776b2d7bf9" providerId="LiveId" clId="{424CF4DE-7678-4F3C-A76F-ABB3B27A05B2}" dt="2026-04-26T16:13:33.871" v="105615" actId="14100"/>
          <ac:spMkLst>
            <pc:docMk/>
            <pc:sldMk cId="2424543670" sldId="258"/>
            <ac:spMk id="3" creationId="{44A0ED45-8AA6-50A8-DC60-D567D600ED77}"/>
          </ac:spMkLst>
        </pc:spChg>
        <pc:spChg chg="mod">
          <ac:chgData name="David Hoyle" userId="235831776b2d7bf9" providerId="LiveId" clId="{424CF4DE-7678-4F3C-A76F-ABB3B27A05B2}" dt="2026-04-03T14:36:30.430" v="212"/>
          <ac:spMkLst>
            <pc:docMk/>
            <pc:sldMk cId="2424543670" sldId="258"/>
            <ac:spMk id="4" creationId="{9FE2FB09-C26A-363B-098F-A9F9415C6F51}"/>
          </ac:spMkLst>
        </pc:spChg>
        <pc:graphicFrameChg chg="add mod modGraphic">
          <ac:chgData name="David Hoyle" userId="235831776b2d7bf9" providerId="LiveId" clId="{424CF4DE-7678-4F3C-A76F-ABB3B27A05B2}" dt="2026-04-23T20:45:59.522" v="44138" actId="20577"/>
          <ac:graphicFrameMkLst>
            <pc:docMk/>
            <pc:sldMk cId="2424543670" sldId="258"/>
            <ac:graphicFrameMk id="5" creationId="{82BADA9D-A0F5-4489-A0DE-605BFB242D9D}"/>
          </ac:graphicFrameMkLst>
        </pc:graphicFrameChg>
        <pc:picChg chg="add mod">
          <ac:chgData name="David Hoyle" userId="235831776b2d7bf9" providerId="LiveId" clId="{424CF4DE-7678-4F3C-A76F-ABB3B27A05B2}" dt="2026-04-26T19:40:39.040" v="107692" actId="1076"/>
          <ac:picMkLst>
            <pc:docMk/>
            <pc:sldMk cId="2424543670" sldId="258"/>
            <ac:picMk id="7" creationId="{C9038BD8-9554-296D-AF72-549FDB2ECBC7}"/>
          </ac:picMkLst>
        </pc:picChg>
      </pc:sldChg>
      <pc:sldChg chg="addSp delSp modSp new mod modClrScheme chgLayout modNotesTx">
        <pc:chgData name="David Hoyle" userId="235831776b2d7bf9" providerId="LiveId" clId="{424CF4DE-7678-4F3C-A76F-ABB3B27A05B2}" dt="2026-04-26T22:56:03.935" v="110874" actId="20577"/>
        <pc:sldMkLst>
          <pc:docMk/>
          <pc:sldMk cId="1336982689" sldId="259"/>
        </pc:sldMkLst>
        <pc:spChg chg="mod">
          <ac:chgData name="David Hoyle" userId="235831776b2d7bf9" providerId="LiveId" clId="{424CF4DE-7678-4F3C-A76F-ABB3B27A05B2}" dt="2026-04-23T21:12:02.148" v="44854" actId="1036"/>
          <ac:spMkLst>
            <pc:docMk/>
            <pc:sldMk cId="1336982689" sldId="259"/>
            <ac:spMk id="2" creationId="{B50B7BFA-B7D8-B0AD-BFAB-2822F80E5125}"/>
          </ac:spMkLst>
        </pc:spChg>
        <pc:spChg chg="add mod">
          <ac:chgData name="David Hoyle" userId="235831776b2d7bf9" providerId="LiveId" clId="{424CF4DE-7678-4F3C-A76F-ABB3B27A05B2}" dt="2026-04-23T21:11:56.466" v="44841" actId="1035"/>
          <ac:spMkLst>
            <pc:docMk/>
            <pc:sldMk cId="1336982689" sldId="259"/>
            <ac:spMk id="13" creationId="{0AEDDE70-0281-A1E0-2167-65564DA92F37}"/>
          </ac:spMkLst>
        </pc:spChg>
        <pc:picChg chg="add mod ord">
          <ac:chgData name="David Hoyle" userId="235831776b2d7bf9" providerId="LiveId" clId="{424CF4DE-7678-4F3C-A76F-ABB3B27A05B2}" dt="2026-04-23T21:11:17.679" v="44748" actId="1036"/>
          <ac:picMkLst>
            <pc:docMk/>
            <pc:sldMk cId="1336982689" sldId="259"/>
            <ac:picMk id="5" creationId="{66B70241-9263-B1EB-3382-186EEB0D6B94}"/>
          </ac:picMkLst>
        </pc:picChg>
      </pc:sldChg>
      <pc:sldChg chg="modSp new mod setBg modNotesTx">
        <pc:chgData name="David Hoyle" userId="235831776b2d7bf9" providerId="LiveId" clId="{424CF4DE-7678-4F3C-A76F-ABB3B27A05B2}" dt="2026-04-26T22:56:13.506" v="110877" actId="20577"/>
        <pc:sldMkLst>
          <pc:docMk/>
          <pc:sldMk cId="3670915658" sldId="260"/>
        </pc:sldMkLst>
        <pc:spChg chg="mod">
          <ac:chgData name="David Hoyle" userId="235831776b2d7bf9" providerId="LiveId" clId="{424CF4DE-7678-4F3C-A76F-ABB3B27A05B2}" dt="2026-04-23T20:18:18.617" v="43057" actId="20577"/>
          <ac:spMkLst>
            <pc:docMk/>
            <pc:sldMk cId="3670915658" sldId="260"/>
            <ac:spMk id="2" creationId="{A8ADCB66-17A2-F829-5204-0DED220DB14E}"/>
          </ac:spMkLst>
        </pc:spChg>
        <pc:spChg chg="mod">
          <ac:chgData name="David Hoyle" userId="235831776b2d7bf9" providerId="LiveId" clId="{424CF4DE-7678-4F3C-A76F-ABB3B27A05B2}" dt="2026-04-23T21:45:40.897" v="45927" actId="20577"/>
          <ac:spMkLst>
            <pc:docMk/>
            <pc:sldMk cId="3670915658" sldId="260"/>
            <ac:spMk id="3" creationId="{4CB22EDC-8FE4-4D00-DB20-BA483B37BF4C}"/>
          </ac:spMkLst>
        </pc:spChg>
      </pc:sldChg>
      <pc:sldChg chg="addSp delSp modSp new mod modNotesTx">
        <pc:chgData name="David Hoyle" userId="235831776b2d7bf9" providerId="LiveId" clId="{424CF4DE-7678-4F3C-A76F-ABB3B27A05B2}" dt="2026-04-26T22:56:16.521" v="110878" actId="20577"/>
        <pc:sldMkLst>
          <pc:docMk/>
          <pc:sldMk cId="3722687022" sldId="261"/>
        </pc:sldMkLst>
        <pc:spChg chg="mod">
          <ac:chgData name="David Hoyle" userId="235831776b2d7bf9" providerId="LiveId" clId="{424CF4DE-7678-4F3C-A76F-ABB3B27A05B2}" dt="2026-04-03T16:16:40.150" v="976" actId="26606"/>
          <ac:spMkLst>
            <pc:docMk/>
            <pc:sldMk cId="3722687022" sldId="261"/>
            <ac:spMk id="2" creationId="{13416E9A-DA35-8DC4-6CEA-7F22C45C4D6F}"/>
          </ac:spMkLst>
        </pc:spChg>
        <pc:spChg chg="add del mod">
          <ac:chgData name="David Hoyle" userId="235831776b2d7bf9" providerId="LiveId" clId="{424CF4DE-7678-4F3C-A76F-ABB3B27A05B2}" dt="2026-04-03T16:19:51.477" v="1085" actId="20577"/>
          <ac:spMkLst>
            <pc:docMk/>
            <pc:sldMk cId="3722687022" sldId="261"/>
            <ac:spMk id="3" creationId="{8A4C02C5-C146-EEA1-0070-777C46C491CA}"/>
          </ac:spMkLst>
        </pc:spChg>
      </pc:sldChg>
      <pc:sldChg chg="modSp new mod modAnim modNotesTx">
        <pc:chgData name="David Hoyle" userId="235831776b2d7bf9" providerId="LiveId" clId="{424CF4DE-7678-4F3C-A76F-ABB3B27A05B2}" dt="2026-04-26T22:56:46.900" v="110885" actId="20577"/>
        <pc:sldMkLst>
          <pc:docMk/>
          <pc:sldMk cId="3351155823" sldId="262"/>
        </pc:sldMkLst>
        <pc:spChg chg="mod">
          <ac:chgData name="David Hoyle" userId="235831776b2d7bf9" providerId="LiveId" clId="{424CF4DE-7678-4F3C-A76F-ABB3B27A05B2}" dt="2026-04-04T14:18:10.959" v="1886" actId="14100"/>
          <ac:spMkLst>
            <pc:docMk/>
            <pc:sldMk cId="3351155823" sldId="262"/>
            <ac:spMk id="2" creationId="{529240D7-457B-CFEE-4ADA-45DD79FC7952}"/>
          </ac:spMkLst>
        </pc:spChg>
        <pc:spChg chg="mod">
          <ac:chgData name="David Hoyle" userId="235831776b2d7bf9" providerId="LiveId" clId="{424CF4DE-7678-4F3C-A76F-ABB3B27A05B2}" dt="2026-04-04T14:24:07.719" v="2259" actId="14100"/>
          <ac:spMkLst>
            <pc:docMk/>
            <pc:sldMk cId="3351155823" sldId="262"/>
            <ac:spMk id="3" creationId="{4FF8B700-2D52-D975-F29C-983F709147A6}"/>
          </ac:spMkLst>
        </pc:spChg>
      </pc:sldChg>
      <pc:sldChg chg="modSp new mod modAnim modNotesTx">
        <pc:chgData name="David Hoyle" userId="235831776b2d7bf9" providerId="LiveId" clId="{424CF4DE-7678-4F3C-A76F-ABB3B27A05B2}" dt="2026-04-26T22:56:50.441" v="110886" actId="20577"/>
        <pc:sldMkLst>
          <pc:docMk/>
          <pc:sldMk cId="3406783245" sldId="263"/>
        </pc:sldMkLst>
        <pc:spChg chg="mod">
          <ac:chgData name="David Hoyle" userId="235831776b2d7bf9" providerId="LiveId" clId="{424CF4DE-7678-4F3C-A76F-ABB3B27A05B2}" dt="2026-04-03T14:45:01.177" v="321" actId="20577"/>
          <ac:spMkLst>
            <pc:docMk/>
            <pc:sldMk cId="3406783245" sldId="263"/>
            <ac:spMk id="2" creationId="{8B7B7580-031E-1A9C-6A6B-9C45FA835EE0}"/>
          </ac:spMkLst>
        </pc:spChg>
        <pc:spChg chg="mod">
          <ac:chgData name="David Hoyle" userId="235831776b2d7bf9" providerId="LiveId" clId="{424CF4DE-7678-4F3C-A76F-ABB3B27A05B2}" dt="2026-04-04T17:26:54.426" v="3592" actId="20577"/>
          <ac:spMkLst>
            <pc:docMk/>
            <pc:sldMk cId="3406783245" sldId="263"/>
            <ac:spMk id="3" creationId="{6259E68D-884C-331A-8C08-E0AC55837A81}"/>
          </ac:spMkLst>
        </pc:spChg>
      </pc:sldChg>
      <pc:sldChg chg="addSp delSp modSp new mod modAnim modNotesTx">
        <pc:chgData name="David Hoyle" userId="235831776b2d7bf9" providerId="LiveId" clId="{424CF4DE-7678-4F3C-A76F-ABB3B27A05B2}" dt="2026-04-26T22:57:48.490" v="110896" actId="20577"/>
        <pc:sldMkLst>
          <pc:docMk/>
          <pc:sldMk cId="2392080192" sldId="265"/>
        </pc:sldMkLst>
        <pc:spChg chg="mod">
          <ac:chgData name="David Hoyle" userId="235831776b2d7bf9" providerId="LiveId" clId="{424CF4DE-7678-4F3C-A76F-ABB3B27A05B2}" dt="2026-04-06T13:33:57.402" v="7612" actId="14100"/>
          <ac:spMkLst>
            <pc:docMk/>
            <pc:sldMk cId="2392080192" sldId="265"/>
            <ac:spMk id="2" creationId="{095E855D-2A18-850A-BC91-568308723E71}"/>
          </ac:spMkLst>
        </pc:spChg>
        <pc:spChg chg="add mod">
          <ac:chgData name="David Hoyle" userId="235831776b2d7bf9" providerId="LiveId" clId="{424CF4DE-7678-4F3C-A76F-ABB3B27A05B2}" dt="2026-04-06T13:42:02.335" v="7946" actId="1076"/>
          <ac:spMkLst>
            <pc:docMk/>
            <pc:sldMk cId="2392080192" sldId="265"/>
            <ac:spMk id="10" creationId="{CB2F3C0D-F521-185B-0E4B-33EE7EC43377}"/>
          </ac:spMkLst>
        </pc:spChg>
        <pc:spChg chg="add mod">
          <ac:chgData name="David Hoyle" userId="235831776b2d7bf9" providerId="LiveId" clId="{424CF4DE-7678-4F3C-A76F-ABB3B27A05B2}" dt="2026-04-06T13:43:41.343" v="8024" actId="164"/>
          <ac:spMkLst>
            <pc:docMk/>
            <pc:sldMk cId="2392080192" sldId="265"/>
            <ac:spMk id="30" creationId="{AB173ECD-6598-A014-9AB9-742745167D3D}"/>
          </ac:spMkLst>
        </pc:spChg>
        <pc:spChg chg="add mod">
          <ac:chgData name="David Hoyle" userId="235831776b2d7bf9" providerId="LiveId" clId="{424CF4DE-7678-4F3C-A76F-ABB3B27A05B2}" dt="2026-04-06T13:43:41.343" v="8024" actId="164"/>
          <ac:spMkLst>
            <pc:docMk/>
            <pc:sldMk cId="2392080192" sldId="265"/>
            <ac:spMk id="31" creationId="{E2D3FBB8-2813-E020-25A3-223BD9FFE972}"/>
          </ac:spMkLst>
        </pc:spChg>
        <pc:spChg chg="add mod">
          <ac:chgData name="David Hoyle" userId="235831776b2d7bf9" providerId="LiveId" clId="{424CF4DE-7678-4F3C-A76F-ABB3B27A05B2}" dt="2026-04-06T13:43:41.343" v="8024" actId="164"/>
          <ac:spMkLst>
            <pc:docMk/>
            <pc:sldMk cId="2392080192" sldId="265"/>
            <ac:spMk id="32" creationId="{7E4A4D94-3C40-AC33-D690-4EA39C8430B7}"/>
          </ac:spMkLst>
        </pc:spChg>
        <pc:spChg chg="add mod">
          <ac:chgData name="David Hoyle" userId="235831776b2d7bf9" providerId="LiveId" clId="{424CF4DE-7678-4F3C-A76F-ABB3B27A05B2}" dt="2026-04-06T13:54:01.891" v="8993" actId="164"/>
          <ac:spMkLst>
            <pc:docMk/>
            <pc:sldMk cId="2392080192" sldId="265"/>
            <ac:spMk id="34" creationId="{80F46094-5F1C-00F2-EF92-1F73ECE0A9D8}"/>
          </ac:spMkLst>
        </pc:spChg>
        <pc:spChg chg="add mod">
          <ac:chgData name="David Hoyle" userId="235831776b2d7bf9" providerId="LiveId" clId="{424CF4DE-7678-4F3C-A76F-ABB3B27A05B2}" dt="2026-04-06T13:54:10.767" v="8994" actId="164"/>
          <ac:spMkLst>
            <pc:docMk/>
            <pc:sldMk cId="2392080192" sldId="265"/>
            <ac:spMk id="35" creationId="{6D7ECFBA-C396-6888-A1A0-DDF28720E974}"/>
          </ac:spMkLst>
        </pc:spChg>
        <pc:spChg chg="add mod">
          <ac:chgData name="David Hoyle" userId="235831776b2d7bf9" providerId="LiveId" clId="{424CF4DE-7678-4F3C-A76F-ABB3B27A05B2}" dt="2026-04-06T13:52:41.467" v="8986" actId="164"/>
          <ac:spMkLst>
            <pc:docMk/>
            <pc:sldMk cId="2392080192" sldId="265"/>
            <ac:spMk id="36" creationId="{6D348B51-AB1F-3C32-6DB8-E9D1287C5528}"/>
          </ac:spMkLst>
        </pc:spChg>
        <pc:spChg chg="add mod">
          <ac:chgData name="David Hoyle" userId="235831776b2d7bf9" providerId="LiveId" clId="{424CF4DE-7678-4F3C-A76F-ABB3B27A05B2}" dt="2026-04-06T13:52:50.159" v="8987" actId="164"/>
          <ac:spMkLst>
            <pc:docMk/>
            <pc:sldMk cId="2392080192" sldId="265"/>
            <ac:spMk id="37" creationId="{7580C232-F859-F848-6B88-5654B85088A0}"/>
          </ac:spMkLst>
        </pc:spChg>
        <pc:spChg chg="add mod">
          <ac:chgData name="David Hoyle" userId="235831776b2d7bf9" providerId="LiveId" clId="{424CF4DE-7678-4F3C-A76F-ABB3B27A05B2}" dt="2026-04-06T13:52:58.337" v="8988" actId="164"/>
          <ac:spMkLst>
            <pc:docMk/>
            <pc:sldMk cId="2392080192" sldId="265"/>
            <ac:spMk id="38" creationId="{4D6B99A2-60A3-DFBB-C437-CB50C814A220}"/>
          </ac:spMkLst>
        </pc:spChg>
        <pc:spChg chg="add mod">
          <ac:chgData name="David Hoyle" userId="235831776b2d7bf9" providerId="LiveId" clId="{424CF4DE-7678-4F3C-A76F-ABB3B27A05B2}" dt="2026-04-06T13:53:10.014" v="8989" actId="164"/>
          <ac:spMkLst>
            <pc:docMk/>
            <pc:sldMk cId="2392080192" sldId="265"/>
            <ac:spMk id="39" creationId="{A5D2D219-9902-0C74-CFD7-D880B5B72869}"/>
          </ac:spMkLst>
        </pc:spChg>
        <pc:spChg chg="add mod">
          <ac:chgData name="David Hoyle" userId="235831776b2d7bf9" providerId="LiveId" clId="{424CF4DE-7678-4F3C-A76F-ABB3B27A05B2}" dt="2026-04-06T13:53:40.140" v="8991" actId="164"/>
          <ac:spMkLst>
            <pc:docMk/>
            <pc:sldMk cId="2392080192" sldId="265"/>
            <ac:spMk id="40" creationId="{E84D0978-43F5-33A3-BDD9-D539D1F32722}"/>
          </ac:spMkLst>
        </pc:spChg>
        <pc:spChg chg="add mod">
          <ac:chgData name="David Hoyle" userId="235831776b2d7bf9" providerId="LiveId" clId="{424CF4DE-7678-4F3C-A76F-ABB3B27A05B2}" dt="2026-04-06T13:53:18.135" v="8990" actId="164"/>
          <ac:spMkLst>
            <pc:docMk/>
            <pc:sldMk cId="2392080192" sldId="265"/>
            <ac:spMk id="41" creationId="{62C37D79-028D-1734-D817-FAEDA6CBF376}"/>
          </ac:spMkLst>
        </pc:spChg>
        <pc:spChg chg="add mod">
          <ac:chgData name="David Hoyle" userId="235831776b2d7bf9" providerId="LiveId" clId="{424CF4DE-7678-4F3C-A76F-ABB3B27A05B2}" dt="2026-04-06T13:52:41.467" v="8986" actId="164"/>
          <ac:spMkLst>
            <pc:docMk/>
            <pc:sldMk cId="2392080192" sldId="265"/>
            <ac:spMk id="42" creationId="{B4AAD4CF-0E98-9AA9-37CF-F9F521EFCCFC}"/>
          </ac:spMkLst>
        </pc:spChg>
        <pc:spChg chg="add mod">
          <ac:chgData name="David Hoyle" userId="235831776b2d7bf9" providerId="LiveId" clId="{424CF4DE-7678-4F3C-A76F-ABB3B27A05B2}" dt="2026-04-06T13:52:58.337" v="8988" actId="164"/>
          <ac:spMkLst>
            <pc:docMk/>
            <pc:sldMk cId="2392080192" sldId="265"/>
            <ac:spMk id="43" creationId="{DFDAC0C8-01FE-3D89-BF14-DAD70B6DCA1A}"/>
          </ac:spMkLst>
        </pc:spChg>
        <pc:spChg chg="add mod">
          <ac:chgData name="David Hoyle" userId="235831776b2d7bf9" providerId="LiveId" clId="{424CF4DE-7678-4F3C-A76F-ABB3B27A05B2}" dt="2026-04-06T13:53:10.014" v="8989" actId="164"/>
          <ac:spMkLst>
            <pc:docMk/>
            <pc:sldMk cId="2392080192" sldId="265"/>
            <ac:spMk id="44" creationId="{72CC6CA9-948A-2CBD-C6E6-2DFD977C5D1A}"/>
          </ac:spMkLst>
        </pc:spChg>
        <pc:spChg chg="add mod">
          <ac:chgData name="David Hoyle" userId="235831776b2d7bf9" providerId="LiveId" clId="{424CF4DE-7678-4F3C-A76F-ABB3B27A05B2}" dt="2026-04-06T13:52:50.159" v="8987" actId="164"/>
          <ac:spMkLst>
            <pc:docMk/>
            <pc:sldMk cId="2392080192" sldId="265"/>
            <ac:spMk id="45" creationId="{5F71AAAD-6414-F05C-A3AC-AC05554B6FC3}"/>
          </ac:spMkLst>
        </pc:spChg>
        <pc:spChg chg="add mod">
          <ac:chgData name="David Hoyle" userId="235831776b2d7bf9" providerId="LiveId" clId="{424CF4DE-7678-4F3C-A76F-ABB3B27A05B2}" dt="2026-04-06T13:53:18.135" v="8990" actId="164"/>
          <ac:spMkLst>
            <pc:docMk/>
            <pc:sldMk cId="2392080192" sldId="265"/>
            <ac:spMk id="46" creationId="{9470DC18-9B23-514C-92AF-9FCE62D9DA39}"/>
          </ac:spMkLst>
        </pc:spChg>
        <pc:spChg chg="add mod">
          <ac:chgData name="David Hoyle" userId="235831776b2d7bf9" providerId="LiveId" clId="{424CF4DE-7678-4F3C-A76F-ABB3B27A05B2}" dt="2026-04-06T13:53:40.140" v="8991" actId="164"/>
          <ac:spMkLst>
            <pc:docMk/>
            <pc:sldMk cId="2392080192" sldId="265"/>
            <ac:spMk id="47" creationId="{7F1350ED-C8DE-6605-9DE9-C713C8700C03}"/>
          </ac:spMkLst>
        </pc:spChg>
        <pc:spChg chg="add mod">
          <ac:chgData name="David Hoyle" userId="235831776b2d7bf9" providerId="LiveId" clId="{424CF4DE-7678-4F3C-A76F-ABB3B27A05B2}" dt="2026-04-06T13:55:07.708" v="9005" actId="164"/>
          <ac:spMkLst>
            <pc:docMk/>
            <pc:sldMk cId="2392080192" sldId="265"/>
            <ac:spMk id="57" creationId="{3AAA706F-B7FE-57B7-92A7-6217A1C58678}"/>
          </ac:spMkLst>
        </pc:spChg>
        <pc:grpChg chg="add mod">
          <ac:chgData name="David Hoyle" userId="235831776b2d7bf9" providerId="LiveId" clId="{424CF4DE-7678-4F3C-A76F-ABB3B27A05B2}" dt="2026-04-06T13:54:10.767" v="8994" actId="164"/>
          <ac:grpSpMkLst>
            <pc:docMk/>
            <pc:sldMk cId="2392080192" sldId="265"/>
            <ac:grpSpMk id="25" creationId="{03C59267-2AB5-47AC-3278-CBD0211E25AB}"/>
          </ac:grpSpMkLst>
        </pc:grpChg>
        <pc:grpChg chg="add mod">
          <ac:chgData name="David Hoyle" userId="235831776b2d7bf9" providerId="LiveId" clId="{424CF4DE-7678-4F3C-A76F-ABB3B27A05B2}" dt="2026-04-06T13:54:10.767" v="8994" actId="164"/>
          <ac:grpSpMkLst>
            <pc:docMk/>
            <pc:sldMk cId="2392080192" sldId="265"/>
            <ac:grpSpMk id="33" creationId="{E765E9F8-4EAC-0DE5-9560-98ED3C3AF958}"/>
          </ac:grpSpMkLst>
        </pc:grpChg>
        <pc:grpChg chg="add mod">
          <ac:chgData name="David Hoyle" userId="235831776b2d7bf9" providerId="LiveId" clId="{424CF4DE-7678-4F3C-A76F-ABB3B27A05B2}" dt="2026-04-06T13:53:51.099" v="8992" actId="164"/>
          <ac:grpSpMkLst>
            <pc:docMk/>
            <pc:sldMk cId="2392080192" sldId="265"/>
            <ac:grpSpMk id="48" creationId="{E80105CE-872A-717F-50AA-628627878D35}"/>
          </ac:grpSpMkLst>
        </pc:grpChg>
        <pc:grpChg chg="add mod">
          <ac:chgData name="David Hoyle" userId="235831776b2d7bf9" providerId="LiveId" clId="{424CF4DE-7678-4F3C-A76F-ABB3B27A05B2}" dt="2026-04-06T13:53:51.099" v="8992" actId="164"/>
          <ac:grpSpMkLst>
            <pc:docMk/>
            <pc:sldMk cId="2392080192" sldId="265"/>
            <ac:grpSpMk id="49" creationId="{B5756BBD-37CD-2A97-0786-413F6586C8F4}"/>
          </ac:grpSpMkLst>
        </pc:grpChg>
        <pc:grpChg chg="add mod">
          <ac:chgData name="David Hoyle" userId="235831776b2d7bf9" providerId="LiveId" clId="{424CF4DE-7678-4F3C-A76F-ABB3B27A05B2}" dt="2026-04-06T13:53:51.099" v="8992" actId="164"/>
          <ac:grpSpMkLst>
            <pc:docMk/>
            <pc:sldMk cId="2392080192" sldId="265"/>
            <ac:grpSpMk id="50" creationId="{40869E89-C2D4-08F7-4FAC-A02A2FA93BC1}"/>
          </ac:grpSpMkLst>
        </pc:grpChg>
        <pc:grpChg chg="add mod">
          <ac:chgData name="David Hoyle" userId="235831776b2d7bf9" providerId="LiveId" clId="{424CF4DE-7678-4F3C-A76F-ABB3B27A05B2}" dt="2026-04-06T13:53:51.099" v="8992" actId="164"/>
          <ac:grpSpMkLst>
            <pc:docMk/>
            <pc:sldMk cId="2392080192" sldId="265"/>
            <ac:grpSpMk id="51" creationId="{19CCD313-F36C-CA81-E949-FD05974573D1}"/>
          </ac:grpSpMkLst>
        </pc:grpChg>
        <pc:grpChg chg="add mod">
          <ac:chgData name="David Hoyle" userId="235831776b2d7bf9" providerId="LiveId" clId="{424CF4DE-7678-4F3C-A76F-ABB3B27A05B2}" dt="2026-04-06T13:53:51.099" v="8992" actId="164"/>
          <ac:grpSpMkLst>
            <pc:docMk/>
            <pc:sldMk cId="2392080192" sldId="265"/>
            <ac:grpSpMk id="52" creationId="{EC273991-3D64-358C-3642-6186C0989D82}"/>
          </ac:grpSpMkLst>
        </pc:grpChg>
        <pc:grpChg chg="add mod">
          <ac:chgData name="David Hoyle" userId="235831776b2d7bf9" providerId="LiveId" clId="{424CF4DE-7678-4F3C-A76F-ABB3B27A05B2}" dt="2026-04-06T13:53:51.099" v="8992" actId="164"/>
          <ac:grpSpMkLst>
            <pc:docMk/>
            <pc:sldMk cId="2392080192" sldId="265"/>
            <ac:grpSpMk id="53" creationId="{C9A93AF2-FE77-0FE7-9565-553DCE4B4A87}"/>
          </ac:grpSpMkLst>
        </pc:grpChg>
        <pc:grpChg chg="add mod">
          <ac:chgData name="David Hoyle" userId="235831776b2d7bf9" providerId="LiveId" clId="{424CF4DE-7678-4F3C-A76F-ABB3B27A05B2}" dt="2026-04-06T13:54:01.891" v="8993" actId="164"/>
          <ac:grpSpMkLst>
            <pc:docMk/>
            <pc:sldMk cId="2392080192" sldId="265"/>
            <ac:grpSpMk id="54" creationId="{AADACB95-7AC4-0484-8F77-599744BBCD70}"/>
          </ac:grpSpMkLst>
        </pc:grpChg>
        <pc:grpChg chg="add mod">
          <ac:chgData name="David Hoyle" userId="235831776b2d7bf9" providerId="LiveId" clId="{424CF4DE-7678-4F3C-A76F-ABB3B27A05B2}" dt="2026-04-06T13:54:10.767" v="8994" actId="164"/>
          <ac:grpSpMkLst>
            <pc:docMk/>
            <pc:sldMk cId="2392080192" sldId="265"/>
            <ac:grpSpMk id="55" creationId="{7F8758ED-A75D-5777-94FC-3DD5DF3D464F}"/>
          </ac:grpSpMkLst>
        </pc:grpChg>
        <pc:grpChg chg="add mod">
          <ac:chgData name="David Hoyle" userId="235831776b2d7bf9" providerId="LiveId" clId="{424CF4DE-7678-4F3C-A76F-ABB3B27A05B2}" dt="2026-04-06T13:55:07.708" v="9005" actId="164"/>
          <ac:grpSpMkLst>
            <pc:docMk/>
            <pc:sldMk cId="2392080192" sldId="265"/>
            <ac:grpSpMk id="56" creationId="{DA8053FE-960B-8CF3-09D4-8F17A14B2D29}"/>
          </ac:grpSpMkLst>
        </pc:grpChg>
        <pc:grpChg chg="add mod">
          <ac:chgData name="David Hoyle" userId="235831776b2d7bf9" providerId="LiveId" clId="{424CF4DE-7678-4F3C-A76F-ABB3B27A05B2}" dt="2026-04-06T13:55:07.708" v="9005" actId="164"/>
          <ac:grpSpMkLst>
            <pc:docMk/>
            <pc:sldMk cId="2392080192" sldId="265"/>
            <ac:grpSpMk id="58" creationId="{1FE09C2D-2037-25C2-C2CE-82D5ABCE87CA}"/>
          </ac:grpSpMkLst>
        </pc:grpChg>
        <pc:picChg chg="add mod modCrop">
          <ac:chgData name="David Hoyle" userId="235831776b2d7bf9" providerId="LiveId" clId="{424CF4DE-7678-4F3C-A76F-ABB3B27A05B2}" dt="2026-04-06T13:54:01.891" v="8993" actId="164"/>
          <ac:picMkLst>
            <pc:docMk/>
            <pc:sldMk cId="2392080192" sldId="265"/>
            <ac:picMk id="29" creationId="{B05FB7AC-2349-4AE0-8458-114399797BE5}"/>
          </ac:picMkLst>
        </pc:picChg>
        <pc:cxnChg chg="add mod">
          <ac:chgData name="David Hoyle" userId="235831776b2d7bf9" providerId="LiveId" clId="{424CF4DE-7678-4F3C-A76F-ABB3B27A05B2}" dt="2026-04-06T13:33:01.502" v="7554" actId="164"/>
          <ac:cxnSpMkLst>
            <pc:docMk/>
            <pc:sldMk cId="2392080192" sldId="265"/>
            <ac:cxnSpMk id="8" creationId="{CC6264C3-666A-0221-B1BA-6A10E73D7A2F}"/>
          </ac:cxnSpMkLst>
        </pc:cxnChg>
        <pc:cxnChg chg="add mod">
          <ac:chgData name="David Hoyle" userId="235831776b2d7bf9" providerId="LiveId" clId="{424CF4DE-7678-4F3C-A76F-ABB3B27A05B2}" dt="2026-04-06T13:33:01.502" v="7554" actId="164"/>
          <ac:cxnSpMkLst>
            <pc:docMk/>
            <pc:sldMk cId="2392080192" sldId="265"/>
            <ac:cxnSpMk id="11" creationId="{10894847-097B-6A6B-A989-728EF9E923B7}"/>
          </ac:cxnSpMkLst>
        </pc:cxnChg>
        <pc:cxnChg chg="add mod">
          <ac:chgData name="David Hoyle" userId="235831776b2d7bf9" providerId="LiveId" clId="{424CF4DE-7678-4F3C-A76F-ABB3B27A05B2}" dt="2026-04-06T13:33:01.502" v="7554" actId="164"/>
          <ac:cxnSpMkLst>
            <pc:docMk/>
            <pc:sldMk cId="2392080192" sldId="265"/>
            <ac:cxnSpMk id="14" creationId="{87D71431-1DB8-A297-B896-68DA5D9B5E87}"/>
          </ac:cxnSpMkLst>
        </pc:cxnChg>
        <pc:cxnChg chg="add mod">
          <ac:chgData name="David Hoyle" userId="235831776b2d7bf9" providerId="LiveId" clId="{424CF4DE-7678-4F3C-A76F-ABB3B27A05B2}" dt="2026-04-06T13:33:01.502" v="7554" actId="164"/>
          <ac:cxnSpMkLst>
            <pc:docMk/>
            <pc:sldMk cId="2392080192" sldId="265"/>
            <ac:cxnSpMk id="20" creationId="{DA66A75C-B610-1185-FCBF-AF3D497D4B5F}"/>
          </ac:cxnSpMkLst>
        </pc:cxnChg>
        <pc:cxnChg chg="add mod">
          <ac:chgData name="David Hoyle" userId="235831776b2d7bf9" providerId="LiveId" clId="{424CF4DE-7678-4F3C-A76F-ABB3B27A05B2}" dt="2026-04-06T13:33:01.502" v="7554" actId="164"/>
          <ac:cxnSpMkLst>
            <pc:docMk/>
            <pc:sldMk cId="2392080192" sldId="265"/>
            <ac:cxnSpMk id="21" creationId="{0A032F1F-B1F2-5C5A-B05F-D65816E6D009}"/>
          </ac:cxnSpMkLst>
        </pc:cxnChg>
      </pc:sldChg>
      <pc:sldChg chg="modSp add mod modNotesTx">
        <pc:chgData name="David Hoyle" userId="235831776b2d7bf9" providerId="LiveId" clId="{424CF4DE-7678-4F3C-A76F-ABB3B27A05B2}" dt="2026-04-26T22:56:20.826" v="110879" actId="20577"/>
        <pc:sldMkLst>
          <pc:docMk/>
          <pc:sldMk cId="4264171084" sldId="268"/>
        </pc:sldMkLst>
        <pc:spChg chg="mod">
          <ac:chgData name="David Hoyle" userId="235831776b2d7bf9" providerId="LiveId" clId="{424CF4DE-7678-4F3C-A76F-ABB3B27A05B2}" dt="2026-04-03T16:19:58.630" v="1103" actId="20577"/>
          <ac:spMkLst>
            <pc:docMk/>
            <pc:sldMk cId="4264171084" sldId="268"/>
            <ac:spMk id="3" creationId="{1B79CDDC-DAAC-E377-2ABF-2C03443CBFC6}"/>
          </ac:spMkLst>
        </pc:spChg>
      </pc:sldChg>
      <pc:sldChg chg="modSp add mod modNotesTx">
        <pc:chgData name="David Hoyle" userId="235831776b2d7bf9" providerId="LiveId" clId="{424CF4DE-7678-4F3C-A76F-ABB3B27A05B2}" dt="2026-04-26T22:56:23.619" v="110880" actId="20577"/>
        <pc:sldMkLst>
          <pc:docMk/>
          <pc:sldMk cId="3704860361" sldId="269"/>
        </pc:sldMkLst>
        <pc:spChg chg="mod">
          <ac:chgData name="David Hoyle" userId="235831776b2d7bf9" providerId="LiveId" clId="{424CF4DE-7678-4F3C-A76F-ABB3B27A05B2}" dt="2026-04-03T16:20:32.126" v="1165" actId="20577"/>
          <ac:spMkLst>
            <pc:docMk/>
            <pc:sldMk cId="3704860361" sldId="269"/>
            <ac:spMk id="3" creationId="{8177C350-311A-B1DF-5CF3-63393494C3F9}"/>
          </ac:spMkLst>
        </pc:spChg>
      </pc:sldChg>
      <pc:sldChg chg="modSp add mod modAnim modNotesTx">
        <pc:chgData name="David Hoyle" userId="235831776b2d7bf9" providerId="LiveId" clId="{424CF4DE-7678-4F3C-A76F-ABB3B27A05B2}" dt="2026-04-26T22:56:28.366" v="110881" actId="20577"/>
        <pc:sldMkLst>
          <pc:docMk/>
          <pc:sldMk cId="923548129" sldId="270"/>
        </pc:sldMkLst>
        <pc:spChg chg="mod">
          <ac:chgData name="David Hoyle" userId="235831776b2d7bf9" providerId="LiveId" clId="{424CF4DE-7678-4F3C-A76F-ABB3B27A05B2}" dt="2026-04-03T16:21:45.038" v="1231" actId="207"/>
          <ac:spMkLst>
            <pc:docMk/>
            <pc:sldMk cId="923548129" sldId="270"/>
            <ac:spMk id="3" creationId="{09D6D4D1-A89F-2E37-2AF8-04261A995C7D}"/>
          </ac:spMkLst>
        </pc:spChg>
      </pc:sldChg>
      <pc:sldChg chg="modSp add mod modNotesTx">
        <pc:chgData name="David Hoyle" userId="235831776b2d7bf9" providerId="LiveId" clId="{424CF4DE-7678-4F3C-A76F-ABB3B27A05B2}" dt="2026-04-26T22:56:31.764" v="110882" actId="20577"/>
        <pc:sldMkLst>
          <pc:docMk/>
          <pc:sldMk cId="717398485" sldId="271"/>
        </pc:sldMkLst>
        <pc:spChg chg="mod">
          <ac:chgData name="David Hoyle" userId="235831776b2d7bf9" providerId="LiveId" clId="{424CF4DE-7678-4F3C-A76F-ABB3B27A05B2}" dt="2026-04-03T16:22:31.408" v="1241" actId="207"/>
          <ac:spMkLst>
            <pc:docMk/>
            <pc:sldMk cId="717398485" sldId="271"/>
            <ac:spMk id="3" creationId="{533081A4-3328-D6DD-7DF2-9EDE2BD430DC}"/>
          </ac:spMkLst>
        </pc:spChg>
      </pc:sldChg>
      <pc:sldChg chg="modSp add mod modAnim modNotesTx">
        <pc:chgData name="David Hoyle" userId="235831776b2d7bf9" providerId="LiveId" clId="{424CF4DE-7678-4F3C-A76F-ABB3B27A05B2}" dt="2026-04-26T22:56:40.626" v="110883" actId="20577"/>
        <pc:sldMkLst>
          <pc:docMk/>
          <pc:sldMk cId="3782344522" sldId="272"/>
        </pc:sldMkLst>
        <pc:spChg chg="mod">
          <ac:chgData name="David Hoyle" userId="235831776b2d7bf9" providerId="LiveId" clId="{424CF4DE-7678-4F3C-A76F-ABB3B27A05B2}" dt="2026-04-03T16:31:50.381" v="1486" actId="255"/>
          <ac:spMkLst>
            <pc:docMk/>
            <pc:sldMk cId="3782344522" sldId="272"/>
            <ac:spMk id="3" creationId="{DA222420-BAB0-770D-E5FF-7652E80A046C}"/>
          </ac:spMkLst>
        </pc:spChg>
      </pc:sldChg>
      <pc:sldChg chg="addSp modSp add mod addAnim delAnim modAnim modNotesTx">
        <pc:chgData name="David Hoyle" userId="235831776b2d7bf9" providerId="LiveId" clId="{424CF4DE-7678-4F3C-A76F-ABB3B27A05B2}" dt="2026-04-26T22:56:43.868" v="110884" actId="20577"/>
        <pc:sldMkLst>
          <pc:docMk/>
          <pc:sldMk cId="4201880302" sldId="273"/>
        </pc:sldMkLst>
        <pc:spChg chg="mod">
          <ac:chgData name="David Hoyle" userId="235831776b2d7bf9" providerId="LiveId" clId="{424CF4DE-7678-4F3C-A76F-ABB3B27A05B2}" dt="2026-04-03T16:38:37.312" v="1665" actId="14100"/>
          <ac:spMkLst>
            <pc:docMk/>
            <pc:sldMk cId="4201880302" sldId="273"/>
            <ac:spMk id="2" creationId="{12431E7B-9FD5-5286-4D02-337F5CEA5E3C}"/>
          </ac:spMkLst>
        </pc:spChg>
        <pc:spChg chg="mod">
          <ac:chgData name="David Hoyle" userId="235831776b2d7bf9" providerId="LiveId" clId="{424CF4DE-7678-4F3C-A76F-ABB3B27A05B2}" dt="2026-04-24T15:56:15.658" v="54426" actId="20577"/>
          <ac:spMkLst>
            <pc:docMk/>
            <pc:sldMk cId="4201880302" sldId="273"/>
            <ac:spMk id="3" creationId="{FF441067-94EC-FAE2-EF63-7687E0038F42}"/>
          </ac:spMkLst>
        </pc:spChg>
        <pc:spChg chg="add mod">
          <ac:chgData name="David Hoyle" userId="235831776b2d7bf9" providerId="LiveId" clId="{424CF4DE-7678-4F3C-A76F-ABB3B27A05B2}" dt="2026-04-03T16:39:41.820" v="1699" actId="1076"/>
          <ac:spMkLst>
            <pc:docMk/>
            <pc:sldMk cId="4201880302" sldId="273"/>
            <ac:spMk id="4" creationId="{7C7D65AA-A0D8-2A2B-F448-64E096ECA305}"/>
          </ac:spMkLst>
        </pc:spChg>
      </pc:sldChg>
      <pc:sldChg chg="addSp delSp modSp add mod modAnim modNotesTx">
        <pc:chgData name="David Hoyle" userId="235831776b2d7bf9" providerId="LiveId" clId="{424CF4DE-7678-4F3C-A76F-ABB3B27A05B2}" dt="2026-04-26T22:57:00.693" v="110888" actId="20577"/>
        <pc:sldMkLst>
          <pc:docMk/>
          <pc:sldMk cId="4286409712" sldId="274"/>
        </pc:sldMkLst>
        <pc:spChg chg="mod">
          <ac:chgData name="David Hoyle" userId="235831776b2d7bf9" providerId="LiveId" clId="{424CF4DE-7678-4F3C-A76F-ABB3B27A05B2}" dt="2026-04-04T19:27:53.709" v="4344" actId="14100"/>
          <ac:spMkLst>
            <pc:docMk/>
            <pc:sldMk cId="4286409712" sldId="274"/>
            <ac:spMk id="2" creationId="{8D86782E-88EE-1EF3-FF60-24141BD703F5}"/>
          </ac:spMkLst>
        </pc:spChg>
        <pc:spChg chg="mod">
          <ac:chgData name="David Hoyle" userId="235831776b2d7bf9" providerId="LiveId" clId="{424CF4DE-7678-4F3C-A76F-ABB3B27A05B2}" dt="2026-04-04T19:28:09.975" v="4347" actId="1076"/>
          <ac:spMkLst>
            <pc:docMk/>
            <pc:sldMk cId="4286409712" sldId="274"/>
            <ac:spMk id="3" creationId="{06B2C105-C8DB-B734-6FFD-60721711DFE4}"/>
          </ac:spMkLst>
        </pc:spChg>
        <pc:spChg chg="add mod">
          <ac:chgData name="David Hoyle" userId="235831776b2d7bf9" providerId="LiveId" clId="{424CF4DE-7678-4F3C-A76F-ABB3B27A05B2}" dt="2026-04-04T19:28:33.583" v="4411" actId="1036"/>
          <ac:spMkLst>
            <pc:docMk/>
            <pc:sldMk cId="4286409712" sldId="274"/>
            <ac:spMk id="7" creationId="{73E7851E-7792-82EA-09B8-72C743354096}"/>
          </ac:spMkLst>
        </pc:spChg>
        <pc:spChg chg="add mod">
          <ac:chgData name="David Hoyle" userId="235831776b2d7bf9" providerId="LiveId" clId="{424CF4DE-7678-4F3C-A76F-ABB3B27A05B2}" dt="2026-04-04T19:28:33.583" v="4411" actId="1036"/>
          <ac:spMkLst>
            <pc:docMk/>
            <pc:sldMk cId="4286409712" sldId="274"/>
            <ac:spMk id="8" creationId="{85EC9735-95B3-32BC-37C3-2A5DADFE44B5}"/>
          </ac:spMkLst>
        </pc:spChg>
        <pc:spChg chg="add mod">
          <ac:chgData name="David Hoyle" userId="235831776b2d7bf9" providerId="LiveId" clId="{424CF4DE-7678-4F3C-A76F-ABB3B27A05B2}" dt="2026-04-04T19:29:13.874" v="4634" actId="1038"/>
          <ac:spMkLst>
            <pc:docMk/>
            <pc:sldMk cId="4286409712" sldId="274"/>
            <ac:spMk id="9" creationId="{C79DD818-1568-018E-381D-54364013DDBC}"/>
          </ac:spMkLst>
        </pc:spChg>
        <pc:spChg chg="add mod">
          <ac:chgData name="David Hoyle" userId="235831776b2d7bf9" providerId="LiveId" clId="{424CF4DE-7678-4F3C-A76F-ABB3B27A05B2}" dt="2026-04-04T19:30:16.096" v="4646" actId="1076"/>
          <ac:spMkLst>
            <pc:docMk/>
            <pc:sldMk cId="4286409712" sldId="274"/>
            <ac:spMk id="10" creationId="{A4A23462-D8B1-AA11-3FFE-AADA2AE86B53}"/>
          </ac:spMkLst>
        </pc:spChg>
        <pc:graphicFrameChg chg="add mod modGraphic">
          <ac:chgData name="David Hoyle" userId="235831776b2d7bf9" providerId="LiveId" clId="{424CF4DE-7678-4F3C-A76F-ABB3B27A05B2}" dt="2026-04-04T21:47:40.179" v="6730" actId="20577"/>
          <ac:graphicFrameMkLst>
            <pc:docMk/>
            <pc:sldMk cId="4286409712" sldId="274"/>
            <ac:graphicFrameMk id="6" creationId="{D5E230EF-B929-33F8-3D64-0CD3BA8FB34A}"/>
          </ac:graphicFrameMkLst>
        </pc:graphicFrameChg>
      </pc:sldChg>
      <pc:sldChg chg="modSp add mod modAnim modNotesTx">
        <pc:chgData name="David Hoyle" userId="235831776b2d7bf9" providerId="LiveId" clId="{424CF4DE-7678-4F3C-A76F-ABB3B27A05B2}" dt="2026-04-26T22:57:34.238" v="110894" actId="20577"/>
        <pc:sldMkLst>
          <pc:docMk/>
          <pc:sldMk cId="2412050724" sldId="275"/>
        </pc:sldMkLst>
        <pc:spChg chg="mod">
          <ac:chgData name="David Hoyle" userId="235831776b2d7bf9" providerId="LiveId" clId="{424CF4DE-7678-4F3C-A76F-ABB3B27A05B2}" dt="2026-04-07T17:09:18.517" v="11276" actId="20577"/>
          <ac:spMkLst>
            <pc:docMk/>
            <pc:sldMk cId="2412050724" sldId="275"/>
            <ac:spMk id="3" creationId="{5631A7DE-B3C5-096A-F6B5-A94B9591E3CF}"/>
          </ac:spMkLst>
        </pc:spChg>
      </pc:sldChg>
      <pc:sldChg chg="modSp add del mod modAnim modNotesTx">
        <pc:chgData name="David Hoyle" userId="235831776b2d7bf9" providerId="LiveId" clId="{424CF4DE-7678-4F3C-A76F-ABB3B27A05B2}" dt="2026-04-26T22:57:29.971" v="110893" actId="20577"/>
        <pc:sldMkLst>
          <pc:docMk/>
          <pc:sldMk cId="4105296456" sldId="276"/>
        </pc:sldMkLst>
        <pc:spChg chg="mod">
          <ac:chgData name="David Hoyle" userId="235831776b2d7bf9" providerId="LiveId" clId="{424CF4DE-7678-4F3C-A76F-ABB3B27A05B2}" dt="2026-04-22T08:53:40.578" v="32602" actId="20577"/>
          <ac:spMkLst>
            <pc:docMk/>
            <pc:sldMk cId="4105296456" sldId="276"/>
            <ac:spMk id="3" creationId="{E6504EF1-40AC-626D-FBA4-B117AC53602E}"/>
          </ac:spMkLst>
        </pc:spChg>
      </pc:sldChg>
      <pc:sldChg chg="addSp delSp modSp add mod delAnim modAnim modNotesTx">
        <pc:chgData name="David Hoyle" userId="235831776b2d7bf9" providerId="LiveId" clId="{424CF4DE-7678-4F3C-A76F-ABB3B27A05B2}" dt="2026-04-26T22:57:06.136" v="110889" actId="20577"/>
        <pc:sldMkLst>
          <pc:docMk/>
          <pc:sldMk cId="1173397968" sldId="277"/>
        </pc:sldMkLst>
        <pc:spChg chg="add mod">
          <ac:chgData name="David Hoyle" userId="235831776b2d7bf9" providerId="LiveId" clId="{424CF4DE-7678-4F3C-A76F-ABB3B27A05B2}" dt="2026-04-04T21:22:16.414" v="4812" actId="692"/>
          <ac:spMkLst>
            <pc:docMk/>
            <pc:sldMk cId="1173397968" sldId="277"/>
            <ac:spMk id="5" creationId="{61FBE506-984E-EACA-C2EB-8E4AEAAF324B}"/>
          </ac:spMkLst>
        </pc:spChg>
        <pc:spChg chg="mod">
          <ac:chgData name="David Hoyle" userId="235831776b2d7bf9" providerId="LiveId" clId="{424CF4DE-7678-4F3C-A76F-ABB3B27A05B2}" dt="2026-04-04T21:20:30.910" v="4801" actId="1035"/>
          <ac:spMkLst>
            <pc:docMk/>
            <pc:sldMk cId="1173397968" sldId="277"/>
            <ac:spMk id="10" creationId="{12A1470C-60FD-9A10-D283-F5D00E2B4CC8}"/>
          </ac:spMkLst>
        </pc:spChg>
        <pc:spChg chg="add mod">
          <ac:chgData name="David Hoyle" userId="235831776b2d7bf9" providerId="LiveId" clId="{424CF4DE-7678-4F3C-A76F-ABB3B27A05B2}" dt="2026-04-04T21:26:52.681" v="4956" actId="20577"/>
          <ac:spMkLst>
            <pc:docMk/>
            <pc:sldMk cId="1173397968" sldId="277"/>
            <ac:spMk id="11" creationId="{DA655384-46D5-633C-4C6E-085F45DED33E}"/>
          </ac:spMkLst>
        </pc:spChg>
        <pc:spChg chg="add mod">
          <ac:chgData name="David Hoyle" userId="235831776b2d7bf9" providerId="LiveId" clId="{424CF4DE-7678-4F3C-A76F-ABB3B27A05B2}" dt="2026-04-04T21:25:37.138" v="4833" actId="1076"/>
          <ac:spMkLst>
            <pc:docMk/>
            <pc:sldMk cId="1173397968" sldId="277"/>
            <ac:spMk id="14" creationId="{BB7B4A9A-5B30-4F34-78F8-676D85B8ED99}"/>
          </ac:spMkLst>
        </pc:spChg>
        <pc:spChg chg="add mod">
          <ac:chgData name="David Hoyle" userId="235831776b2d7bf9" providerId="LiveId" clId="{424CF4DE-7678-4F3C-A76F-ABB3B27A05B2}" dt="2026-04-04T21:25:58.910" v="4841" actId="20577"/>
          <ac:spMkLst>
            <pc:docMk/>
            <pc:sldMk cId="1173397968" sldId="277"/>
            <ac:spMk id="15" creationId="{66124FFA-E430-0394-02E8-CE961ABA487A}"/>
          </ac:spMkLst>
        </pc:spChg>
        <pc:graphicFrameChg chg="mod modGraphic">
          <ac:chgData name="David Hoyle" userId="235831776b2d7bf9" providerId="LiveId" clId="{424CF4DE-7678-4F3C-A76F-ABB3B27A05B2}" dt="2026-04-04T21:47:49.737" v="6733" actId="20577"/>
          <ac:graphicFrameMkLst>
            <pc:docMk/>
            <pc:sldMk cId="1173397968" sldId="277"/>
            <ac:graphicFrameMk id="6" creationId="{FE947307-D916-3C8D-110D-E44AAC60EBC6}"/>
          </ac:graphicFrameMkLst>
        </pc:graphicFrameChg>
        <pc:cxnChg chg="add mod">
          <ac:chgData name="David Hoyle" userId="235831776b2d7bf9" providerId="LiveId" clId="{424CF4DE-7678-4F3C-A76F-ABB3B27A05B2}" dt="2026-04-04T21:24:24.398" v="4824" actId="692"/>
          <ac:cxnSpMkLst>
            <pc:docMk/>
            <pc:sldMk cId="1173397968" sldId="277"/>
            <ac:cxnSpMk id="13" creationId="{48FB23B7-0DA2-FDAE-5F57-9352E70BDD1A}"/>
          </ac:cxnSpMkLst>
        </pc:cxnChg>
        <pc:cxnChg chg="add mod">
          <ac:chgData name="David Hoyle" userId="235831776b2d7bf9" providerId="LiveId" clId="{424CF4DE-7678-4F3C-A76F-ABB3B27A05B2}" dt="2026-04-04T21:28:17.514" v="5089" actId="1038"/>
          <ac:cxnSpMkLst>
            <pc:docMk/>
            <pc:sldMk cId="1173397968" sldId="277"/>
            <ac:cxnSpMk id="16" creationId="{ECC07580-EC34-8B5B-2F3C-A91F111B5F7E}"/>
          </ac:cxnSpMkLst>
        </pc:cxnChg>
      </pc:sldChg>
      <pc:sldChg chg="delSp modSp add mod modNotesTx">
        <pc:chgData name="David Hoyle" userId="235831776b2d7bf9" providerId="LiveId" clId="{424CF4DE-7678-4F3C-A76F-ABB3B27A05B2}" dt="2026-04-26T22:57:08.629" v="110890" actId="20577"/>
        <pc:sldMkLst>
          <pc:docMk/>
          <pc:sldMk cId="28459301" sldId="278"/>
        </pc:sldMkLst>
        <pc:spChg chg="mod">
          <ac:chgData name="David Hoyle" userId="235831776b2d7bf9" providerId="LiveId" clId="{424CF4DE-7678-4F3C-A76F-ABB3B27A05B2}" dt="2026-04-04T21:27:16.097" v="4984" actId="1035"/>
          <ac:spMkLst>
            <pc:docMk/>
            <pc:sldMk cId="28459301" sldId="278"/>
            <ac:spMk id="5" creationId="{11B3FEE3-07A1-73AA-003C-C2F9D79EBD34}"/>
          </ac:spMkLst>
        </pc:spChg>
        <pc:spChg chg="mod">
          <ac:chgData name="David Hoyle" userId="235831776b2d7bf9" providerId="LiveId" clId="{424CF4DE-7678-4F3C-A76F-ABB3B27A05B2}" dt="2026-04-04T21:28:33.468" v="5122" actId="20577"/>
          <ac:spMkLst>
            <pc:docMk/>
            <pc:sldMk cId="28459301" sldId="278"/>
            <ac:spMk id="11" creationId="{F040FBBE-A3A1-0E3C-F4B6-F14D80328A01}"/>
          </ac:spMkLst>
        </pc:spChg>
        <pc:spChg chg="mod">
          <ac:chgData name="David Hoyle" userId="235831776b2d7bf9" providerId="LiveId" clId="{424CF4DE-7678-4F3C-A76F-ABB3B27A05B2}" dt="2026-04-04T21:29:07.381" v="5186" actId="1037"/>
          <ac:spMkLst>
            <pc:docMk/>
            <pc:sldMk cId="28459301" sldId="278"/>
            <ac:spMk id="14" creationId="{ECCEF7A9-398A-3AA5-F676-AC36AEBDD8E4}"/>
          </ac:spMkLst>
        </pc:spChg>
        <pc:spChg chg="mod">
          <ac:chgData name="David Hoyle" userId="235831776b2d7bf9" providerId="LiveId" clId="{424CF4DE-7678-4F3C-A76F-ABB3B27A05B2}" dt="2026-04-04T21:29:12.532" v="5196" actId="1038"/>
          <ac:spMkLst>
            <pc:docMk/>
            <pc:sldMk cId="28459301" sldId="278"/>
            <ac:spMk id="15" creationId="{73CB1850-D099-A9CA-20DA-E15D92C9319F}"/>
          </ac:spMkLst>
        </pc:spChg>
        <pc:graphicFrameChg chg="modGraphic">
          <ac:chgData name="David Hoyle" userId="235831776b2d7bf9" providerId="LiveId" clId="{424CF4DE-7678-4F3C-A76F-ABB3B27A05B2}" dt="2026-04-04T21:47:58.411" v="6738" actId="20577"/>
          <ac:graphicFrameMkLst>
            <pc:docMk/>
            <pc:sldMk cId="28459301" sldId="278"/>
            <ac:graphicFrameMk id="6" creationId="{7519DEBB-D52B-2F49-FD50-706FC4B4A88E}"/>
          </ac:graphicFrameMkLst>
        </pc:graphicFrameChg>
        <pc:cxnChg chg="mod">
          <ac:chgData name="David Hoyle" userId="235831776b2d7bf9" providerId="LiveId" clId="{424CF4DE-7678-4F3C-A76F-ABB3B27A05B2}" dt="2026-04-04T21:27:23.930" v="5014" actId="1036"/>
          <ac:cxnSpMkLst>
            <pc:docMk/>
            <pc:sldMk cId="28459301" sldId="278"/>
            <ac:cxnSpMk id="13" creationId="{B9273C5F-93D9-663F-D10A-BDC640FF641D}"/>
          </ac:cxnSpMkLst>
        </pc:cxnChg>
        <pc:cxnChg chg="mod">
          <ac:chgData name="David Hoyle" userId="235831776b2d7bf9" providerId="LiveId" clId="{424CF4DE-7678-4F3C-A76F-ABB3B27A05B2}" dt="2026-04-04T21:28:28.671" v="5118" actId="1038"/>
          <ac:cxnSpMkLst>
            <pc:docMk/>
            <pc:sldMk cId="28459301" sldId="278"/>
            <ac:cxnSpMk id="16" creationId="{2F418C41-E219-A123-73DA-DB7CAA49B034}"/>
          </ac:cxnSpMkLst>
        </pc:cxnChg>
      </pc:sldChg>
      <pc:sldChg chg="modSp add mod modNotesTx">
        <pc:chgData name="David Hoyle" userId="235831776b2d7bf9" providerId="LiveId" clId="{424CF4DE-7678-4F3C-A76F-ABB3B27A05B2}" dt="2026-04-26T22:57:11.295" v="110891" actId="20577"/>
        <pc:sldMkLst>
          <pc:docMk/>
          <pc:sldMk cId="3410207810" sldId="279"/>
        </pc:sldMkLst>
        <pc:spChg chg="mod">
          <ac:chgData name="David Hoyle" userId="235831776b2d7bf9" providerId="LiveId" clId="{424CF4DE-7678-4F3C-A76F-ABB3B27A05B2}" dt="2026-04-04T21:30:05.496" v="5274" actId="1036"/>
          <ac:spMkLst>
            <pc:docMk/>
            <pc:sldMk cId="3410207810" sldId="279"/>
            <ac:spMk id="5" creationId="{DC488E72-044B-F0A4-2611-2F77E51C7882}"/>
          </ac:spMkLst>
        </pc:spChg>
        <pc:spChg chg="mod">
          <ac:chgData name="David Hoyle" userId="235831776b2d7bf9" providerId="LiveId" clId="{424CF4DE-7678-4F3C-A76F-ABB3B27A05B2}" dt="2026-04-04T21:30:20.439" v="5313" actId="20577"/>
          <ac:spMkLst>
            <pc:docMk/>
            <pc:sldMk cId="3410207810" sldId="279"/>
            <ac:spMk id="11" creationId="{C07FF415-CEC0-5A8C-ACAD-D53AF6079E5D}"/>
          </ac:spMkLst>
        </pc:spChg>
        <pc:spChg chg="mod">
          <ac:chgData name="David Hoyle" userId="235831776b2d7bf9" providerId="LiveId" clId="{424CF4DE-7678-4F3C-A76F-ABB3B27A05B2}" dt="2026-04-04T21:30:30.906" v="5347" actId="1038"/>
          <ac:spMkLst>
            <pc:docMk/>
            <pc:sldMk cId="3410207810" sldId="279"/>
            <ac:spMk id="14" creationId="{FFA5212D-22BC-2709-3769-07BDDB32C8C6}"/>
          </ac:spMkLst>
        </pc:spChg>
        <pc:spChg chg="mod">
          <ac:chgData name="David Hoyle" userId="235831776b2d7bf9" providerId="LiveId" clId="{424CF4DE-7678-4F3C-A76F-ABB3B27A05B2}" dt="2026-04-04T21:30:30.906" v="5347" actId="1038"/>
          <ac:spMkLst>
            <pc:docMk/>
            <pc:sldMk cId="3410207810" sldId="279"/>
            <ac:spMk id="15" creationId="{7606F1FF-C195-BC95-9B06-C2B70C9BD847}"/>
          </ac:spMkLst>
        </pc:spChg>
        <pc:graphicFrameChg chg="mod modGraphic">
          <ac:chgData name="David Hoyle" userId="235831776b2d7bf9" providerId="LiveId" clId="{424CF4DE-7678-4F3C-A76F-ABB3B27A05B2}" dt="2026-04-04T21:48:07.512" v="6743" actId="20577"/>
          <ac:graphicFrameMkLst>
            <pc:docMk/>
            <pc:sldMk cId="3410207810" sldId="279"/>
            <ac:graphicFrameMk id="6" creationId="{CE1A0F6E-1AFF-79E5-2B95-7687D39A2AEA}"/>
          </ac:graphicFrameMkLst>
        </pc:graphicFrameChg>
        <pc:cxnChg chg="mod">
          <ac:chgData name="David Hoyle" userId="235831776b2d7bf9" providerId="LiveId" clId="{424CF4DE-7678-4F3C-A76F-ABB3B27A05B2}" dt="2026-04-04T21:29:31.331" v="5220" actId="1036"/>
          <ac:cxnSpMkLst>
            <pc:docMk/>
            <pc:sldMk cId="3410207810" sldId="279"/>
            <ac:cxnSpMk id="13" creationId="{48A0DD19-95D6-2C0A-2D37-5520D4F7062D}"/>
          </ac:cxnSpMkLst>
        </pc:cxnChg>
        <pc:cxnChg chg="mod">
          <ac:chgData name="David Hoyle" userId="235831776b2d7bf9" providerId="LiveId" clId="{424CF4DE-7678-4F3C-A76F-ABB3B27A05B2}" dt="2026-04-04T21:30:13.598" v="5306" actId="1038"/>
          <ac:cxnSpMkLst>
            <pc:docMk/>
            <pc:sldMk cId="3410207810" sldId="279"/>
            <ac:cxnSpMk id="16" creationId="{D55CBD54-D435-1EFB-9E56-754F1667BA2A}"/>
          </ac:cxnSpMkLst>
        </pc:cxnChg>
      </pc:sldChg>
      <pc:sldChg chg="modSp add mod">
        <pc:chgData name="David Hoyle" userId="235831776b2d7bf9" providerId="LiveId" clId="{424CF4DE-7678-4F3C-A76F-ABB3B27A05B2}" dt="2026-04-04T21:48:30.969" v="6758" actId="20577"/>
        <pc:sldMkLst>
          <pc:docMk/>
          <pc:sldMk cId="3417198101" sldId="281"/>
        </pc:sldMkLst>
        <pc:spChg chg="mod">
          <ac:chgData name="David Hoyle" userId="235831776b2d7bf9" providerId="LiveId" clId="{424CF4DE-7678-4F3C-A76F-ABB3B27A05B2}" dt="2026-04-04T21:33:10.464" v="5673" actId="1036"/>
          <ac:spMkLst>
            <pc:docMk/>
            <pc:sldMk cId="3417198101" sldId="281"/>
            <ac:spMk id="5" creationId="{879AA3E4-7F9F-E326-F10C-9EDB14549881}"/>
          </ac:spMkLst>
        </pc:spChg>
        <pc:spChg chg="mod">
          <ac:chgData name="David Hoyle" userId="235831776b2d7bf9" providerId="LiveId" clId="{424CF4DE-7678-4F3C-A76F-ABB3B27A05B2}" dt="2026-04-04T21:33:55.957" v="5714" actId="20577"/>
          <ac:spMkLst>
            <pc:docMk/>
            <pc:sldMk cId="3417198101" sldId="281"/>
            <ac:spMk id="11" creationId="{805B5EB5-CD80-3A45-3E5E-151121037D4B}"/>
          </ac:spMkLst>
        </pc:spChg>
        <pc:spChg chg="mod">
          <ac:chgData name="David Hoyle" userId="235831776b2d7bf9" providerId="LiveId" clId="{424CF4DE-7678-4F3C-A76F-ABB3B27A05B2}" dt="2026-04-04T21:34:03.228" v="5738" actId="1038"/>
          <ac:spMkLst>
            <pc:docMk/>
            <pc:sldMk cId="3417198101" sldId="281"/>
            <ac:spMk id="14" creationId="{D716B375-D613-F12E-7344-389E6D236B93}"/>
          </ac:spMkLst>
        </pc:spChg>
        <pc:spChg chg="mod">
          <ac:chgData name="David Hoyle" userId="235831776b2d7bf9" providerId="LiveId" clId="{424CF4DE-7678-4F3C-A76F-ABB3B27A05B2}" dt="2026-04-04T21:34:03.228" v="5738" actId="1038"/>
          <ac:spMkLst>
            <pc:docMk/>
            <pc:sldMk cId="3417198101" sldId="281"/>
            <ac:spMk id="15" creationId="{C8E60F87-1A09-10F4-5876-FAB90F909FEC}"/>
          </ac:spMkLst>
        </pc:spChg>
        <pc:graphicFrameChg chg="modGraphic">
          <ac:chgData name="David Hoyle" userId="235831776b2d7bf9" providerId="LiveId" clId="{424CF4DE-7678-4F3C-A76F-ABB3B27A05B2}" dt="2026-04-04T21:48:30.969" v="6758" actId="20577"/>
          <ac:graphicFrameMkLst>
            <pc:docMk/>
            <pc:sldMk cId="3417198101" sldId="281"/>
            <ac:graphicFrameMk id="6" creationId="{62F0C377-A9BD-7433-2438-3410BB2116D9}"/>
          </ac:graphicFrameMkLst>
        </pc:graphicFrameChg>
        <pc:cxnChg chg="mod">
          <ac:chgData name="David Hoyle" userId="235831776b2d7bf9" providerId="LiveId" clId="{424CF4DE-7678-4F3C-A76F-ABB3B27A05B2}" dt="2026-04-04T21:33:02.871" v="5653" actId="1036"/>
          <ac:cxnSpMkLst>
            <pc:docMk/>
            <pc:sldMk cId="3417198101" sldId="281"/>
            <ac:cxnSpMk id="13" creationId="{3CB47600-1EE0-8A03-C492-7A77A2C48344}"/>
          </ac:cxnSpMkLst>
        </pc:cxnChg>
        <pc:cxnChg chg="mod">
          <ac:chgData name="David Hoyle" userId="235831776b2d7bf9" providerId="LiveId" clId="{424CF4DE-7678-4F3C-A76F-ABB3B27A05B2}" dt="2026-04-04T21:33:19.330" v="5710" actId="1038"/>
          <ac:cxnSpMkLst>
            <pc:docMk/>
            <pc:sldMk cId="3417198101" sldId="281"/>
            <ac:cxnSpMk id="16" creationId="{A405E525-4EC9-6E47-CE6E-B3445E040C00}"/>
          </ac:cxnSpMkLst>
        </pc:cxnChg>
      </pc:sldChg>
      <pc:sldChg chg="modSp add mod">
        <pc:chgData name="David Hoyle" userId="235831776b2d7bf9" providerId="LiveId" clId="{424CF4DE-7678-4F3C-A76F-ABB3B27A05B2}" dt="2026-04-04T21:48:38.967" v="6763" actId="20577"/>
        <pc:sldMkLst>
          <pc:docMk/>
          <pc:sldMk cId="1137877182" sldId="282"/>
        </pc:sldMkLst>
        <pc:spChg chg="mod">
          <ac:chgData name="David Hoyle" userId="235831776b2d7bf9" providerId="LiveId" clId="{424CF4DE-7678-4F3C-A76F-ABB3B27A05B2}" dt="2026-04-04T21:34:30.947" v="5788" actId="1035"/>
          <ac:spMkLst>
            <pc:docMk/>
            <pc:sldMk cId="1137877182" sldId="282"/>
            <ac:spMk id="5" creationId="{6695CA32-7E00-251A-98A1-E5D77E4234B5}"/>
          </ac:spMkLst>
        </pc:spChg>
        <pc:spChg chg="mod">
          <ac:chgData name="David Hoyle" userId="235831776b2d7bf9" providerId="LiveId" clId="{424CF4DE-7678-4F3C-A76F-ABB3B27A05B2}" dt="2026-04-04T21:34:43.939" v="5843" actId="20577"/>
          <ac:spMkLst>
            <pc:docMk/>
            <pc:sldMk cId="1137877182" sldId="282"/>
            <ac:spMk id="11" creationId="{C0A8D993-45D3-F126-81A5-6EF00986082B}"/>
          </ac:spMkLst>
        </pc:spChg>
        <pc:spChg chg="mod">
          <ac:chgData name="David Hoyle" userId="235831776b2d7bf9" providerId="LiveId" clId="{424CF4DE-7678-4F3C-A76F-ABB3B27A05B2}" dt="2026-04-04T21:34:53.343" v="5867" actId="1038"/>
          <ac:spMkLst>
            <pc:docMk/>
            <pc:sldMk cId="1137877182" sldId="282"/>
            <ac:spMk id="14" creationId="{BD46B534-F354-3935-4115-3A37870BB624}"/>
          </ac:spMkLst>
        </pc:spChg>
        <pc:spChg chg="mod">
          <ac:chgData name="David Hoyle" userId="235831776b2d7bf9" providerId="LiveId" clId="{424CF4DE-7678-4F3C-A76F-ABB3B27A05B2}" dt="2026-04-04T21:34:53.343" v="5867" actId="1038"/>
          <ac:spMkLst>
            <pc:docMk/>
            <pc:sldMk cId="1137877182" sldId="282"/>
            <ac:spMk id="15" creationId="{35570377-D8B0-9BCC-06B9-50C5FFD5BE45}"/>
          </ac:spMkLst>
        </pc:spChg>
        <pc:graphicFrameChg chg="modGraphic">
          <ac:chgData name="David Hoyle" userId="235831776b2d7bf9" providerId="LiveId" clId="{424CF4DE-7678-4F3C-A76F-ABB3B27A05B2}" dt="2026-04-04T21:48:38.967" v="6763" actId="20577"/>
          <ac:graphicFrameMkLst>
            <pc:docMk/>
            <pc:sldMk cId="1137877182" sldId="282"/>
            <ac:graphicFrameMk id="6" creationId="{3468C34F-0BE0-B5E5-9165-AA69FDE27315}"/>
          </ac:graphicFrameMkLst>
        </pc:graphicFrameChg>
        <pc:cxnChg chg="mod">
          <ac:chgData name="David Hoyle" userId="235831776b2d7bf9" providerId="LiveId" clId="{424CF4DE-7678-4F3C-A76F-ABB3B27A05B2}" dt="2026-04-04T21:34:22.083" v="5757" actId="1036"/>
          <ac:cxnSpMkLst>
            <pc:docMk/>
            <pc:sldMk cId="1137877182" sldId="282"/>
            <ac:cxnSpMk id="13" creationId="{B0010318-9787-CF56-46EB-3971BF0F9718}"/>
          </ac:cxnSpMkLst>
        </pc:cxnChg>
        <pc:cxnChg chg="mod">
          <ac:chgData name="David Hoyle" userId="235831776b2d7bf9" providerId="LiveId" clId="{424CF4DE-7678-4F3C-A76F-ABB3B27A05B2}" dt="2026-04-04T21:34:37.639" v="5835" actId="1037"/>
          <ac:cxnSpMkLst>
            <pc:docMk/>
            <pc:sldMk cId="1137877182" sldId="282"/>
            <ac:cxnSpMk id="16" creationId="{C30305DD-62D8-9280-9C95-EDA659DAB3CC}"/>
          </ac:cxnSpMkLst>
        </pc:cxnChg>
      </pc:sldChg>
      <pc:sldChg chg="modSp add mod">
        <pc:chgData name="David Hoyle" userId="235831776b2d7bf9" providerId="LiveId" clId="{424CF4DE-7678-4F3C-A76F-ABB3B27A05B2}" dt="2026-04-04T21:48:48.997" v="6768" actId="20577"/>
        <pc:sldMkLst>
          <pc:docMk/>
          <pc:sldMk cId="566326516" sldId="283"/>
        </pc:sldMkLst>
        <pc:spChg chg="mod">
          <ac:chgData name="David Hoyle" userId="235831776b2d7bf9" providerId="LiveId" clId="{424CF4DE-7678-4F3C-A76F-ABB3B27A05B2}" dt="2026-04-04T21:35:19.715" v="5932" actId="1036"/>
          <ac:spMkLst>
            <pc:docMk/>
            <pc:sldMk cId="566326516" sldId="283"/>
            <ac:spMk id="5" creationId="{7CBAA872-83A8-5043-A820-A8CB2A6B63B9}"/>
          </ac:spMkLst>
        </pc:spChg>
        <pc:spChg chg="mod">
          <ac:chgData name="David Hoyle" userId="235831776b2d7bf9" providerId="LiveId" clId="{424CF4DE-7678-4F3C-A76F-ABB3B27A05B2}" dt="2026-04-04T21:35:43.893" v="5985" actId="20577"/>
          <ac:spMkLst>
            <pc:docMk/>
            <pc:sldMk cId="566326516" sldId="283"/>
            <ac:spMk id="11" creationId="{FC14DB97-38C7-0D79-402F-DAC3FB7789CC}"/>
          </ac:spMkLst>
        </pc:spChg>
        <pc:spChg chg="mod">
          <ac:chgData name="David Hoyle" userId="235831776b2d7bf9" providerId="LiveId" clId="{424CF4DE-7678-4F3C-A76F-ABB3B27A05B2}" dt="2026-04-04T21:38:03.983" v="6298" actId="1037"/>
          <ac:spMkLst>
            <pc:docMk/>
            <pc:sldMk cId="566326516" sldId="283"/>
            <ac:spMk id="14" creationId="{A167AD58-C5D3-C5D2-C582-D6DA458B10A5}"/>
          </ac:spMkLst>
        </pc:spChg>
        <pc:spChg chg="mod">
          <ac:chgData name="David Hoyle" userId="235831776b2d7bf9" providerId="LiveId" clId="{424CF4DE-7678-4F3C-A76F-ABB3B27A05B2}" dt="2026-04-04T21:38:03.983" v="6298" actId="1037"/>
          <ac:spMkLst>
            <pc:docMk/>
            <pc:sldMk cId="566326516" sldId="283"/>
            <ac:spMk id="15" creationId="{6E96A391-6A2E-8419-FD80-F15A9796DBC2}"/>
          </ac:spMkLst>
        </pc:spChg>
        <pc:graphicFrameChg chg="modGraphic">
          <ac:chgData name="David Hoyle" userId="235831776b2d7bf9" providerId="LiveId" clId="{424CF4DE-7678-4F3C-A76F-ABB3B27A05B2}" dt="2026-04-04T21:48:48.997" v="6768" actId="20577"/>
          <ac:graphicFrameMkLst>
            <pc:docMk/>
            <pc:sldMk cId="566326516" sldId="283"/>
            <ac:graphicFrameMk id="6" creationId="{84846802-C4EC-D073-8DB3-6E7E4D8C35F9}"/>
          </ac:graphicFrameMkLst>
        </pc:graphicFrameChg>
        <pc:cxnChg chg="mod">
          <ac:chgData name="David Hoyle" userId="235831776b2d7bf9" providerId="LiveId" clId="{424CF4DE-7678-4F3C-A76F-ABB3B27A05B2}" dt="2026-04-04T21:35:10.833" v="5903" actId="1036"/>
          <ac:cxnSpMkLst>
            <pc:docMk/>
            <pc:sldMk cId="566326516" sldId="283"/>
            <ac:cxnSpMk id="13" creationId="{8974779F-7A15-6680-8C19-A8BB4DBBDF61}"/>
          </ac:cxnSpMkLst>
        </pc:cxnChg>
        <pc:cxnChg chg="mod">
          <ac:chgData name="David Hoyle" userId="235831776b2d7bf9" providerId="LiveId" clId="{424CF4DE-7678-4F3C-A76F-ABB3B27A05B2}" dt="2026-04-04T21:35:37.579" v="5981" actId="1037"/>
          <ac:cxnSpMkLst>
            <pc:docMk/>
            <pc:sldMk cId="566326516" sldId="283"/>
            <ac:cxnSpMk id="16" creationId="{AF97F275-0BEE-BA03-D893-A833A2D0E779}"/>
          </ac:cxnSpMkLst>
        </pc:cxnChg>
      </pc:sldChg>
      <pc:sldChg chg="modSp add mod">
        <pc:chgData name="David Hoyle" userId="235831776b2d7bf9" providerId="LiveId" clId="{424CF4DE-7678-4F3C-A76F-ABB3B27A05B2}" dt="2026-04-04T21:48:56.986" v="6773" actId="20577"/>
        <pc:sldMkLst>
          <pc:docMk/>
          <pc:sldMk cId="1971384355" sldId="284"/>
        </pc:sldMkLst>
        <pc:spChg chg="mod">
          <ac:chgData name="David Hoyle" userId="235831776b2d7bf9" providerId="LiveId" clId="{424CF4DE-7678-4F3C-A76F-ABB3B27A05B2}" dt="2026-04-04T21:36:10.862" v="6043" actId="1035"/>
          <ac:spMkLst>
            <pc:docMk/>
            <pc:sldMk cId="1971384355" sldId="284"/>
            <ac:spMk id="5" creationId="{905AEFDF-A52E-187B-EE77-2E7297CA8464}"/>
          </ac:spMkLst>
        </pc:spChg>
        <pc:spChg chg="mod">
          <ac:chgData name="David Hoyle" userId="235831776b2d7bf9" providerId="LiveId" clId="{424CF4DE-7678-4F3C-A76F-ABB3B27A05B2}" dt="2026-04-04T21:36:44.892" v="6124" actId="20577"/>
          <ac:spMkLst>
            <pc:docMk/>
            <pc:sldMk cId="1971384355" sldId="284"/>
            <ac:spMk id="11" creationId="{526BFFDC-5163-1D62-DA22-F97A379AD65D}"/>
          </ac:spMkLst>
        </pc:spChg>
        <pc:spChg chg="mod">
          <ac:chgData name="David Hoyle" userId="235831776b2d7bf9" providerId="LiveId" clId="{424CF4DE-7678-4F3C-A76F-ABB3B27A05B2}" dt="2026-04-04T21:38:16.486" v="6351" actId="1037"/>
          <ac:spMkLst>
            <pc:docMk/>
            <pc:sldMk cId="1971384355" sldId="284"/>
            <ac:spMk id="14" creationId="{A4F93969-1FDB-0CDB-12C7-CD8460C10AF8}"/>
          </ac:spMkLst>
        </pc:spChg>
        <pc:spChg chg="mod">
          <ac:chgData name="David Hoyle" userId="235831776b2d7bf9" providerId="LiveId" clId="{424CF4DE-7678-4F3C-A76F-ABB3B27A05B2}" dt="2026-04-04T21:38:16.486" v="6351" actId="1037"/>
          <ac:spMkLst>
            <pc:docMk/>
            <pc:sldMk cId="1971384355" sldId="284"/>
            <ac:spMk id="15" creationId="{F55AFFE4-99AF-3F1D-371C-9239D0C2F7FB}"/>
          </ac:spMkLst>
        </pc:spChg>
        <pc:graphicFrameChg chg="modGraphic">
          <ac:chgData name="David Hoyle" userId="235831776b2d7bf9" providerId="LiveId" clId="{424CF4DE-7678-4F3C-A76F-ABB3B27A05B2}" dt="2026-04-04T21:48:56.986" v="6773" actId="20577"/>
          <ac:graphicFrameMkLst>
            <pc:docMk/>
            <pc:sldMk cId="1971384355" sldId="284"/>
            <ac:graphicFrameMk id="6" creationId="{EBA0952F-FBC4-82A8-3620-C68C15E7E3C1}"/>
          </ac:graphicFrameMkLst>
        </pc:graphicFrameChg>
        <pc:cxnChg chg="mod">
          <ac:chgData name="David Hoyle" userId="235831776b2d7bf9" providerId="LiveId" clId="{424CF4DE-7678-4F3C-A76F-ABB3B27A05B2}" dt="2026-04-04T21:35:56.098" v="6011" actId="1035"/>
          <ac:cxnSpMkLst>
            <pc:docMk/>
            <pc:sldMk cId="1971384355" sldId="284"/>
            <ac:cxnSpMk id="13" creationId="{B5690967-7E86-FD4B-30D9-8E48FB6D4F5C}"/>
          </ac:cxnSpMkLst>
        </pc:cxnChg>
        <pc:cxnChg chg="mod">
          <ac:chgData name="David Hoyle" userId="235831776b2d7bf9" providerId="LiveId" clId="{424CF4DE-7678-4F3C-A76F-ABB3B27A05B2}" dt="2026-04-04T21:36:38.614" v="6117" actId="1037"/>
          <ac:cxnSpMkLst>
            <pc:docMk/>
            <pc:sldMk cId="1971384355" sldId="284"/>
            <ac:cxnSpMk id="16" creationId="{C5CAD887-3872-4073-FDA4-8E13012B559E}"/>
          </ac:cxnSpMkLst>
        </pc:cxnChg>
      </pc:sldChg>
      <pc:sldChg chg="modSp add mod modNotesTx">
        <pc:chgData name="David Hoyle" userId="235831776b2d7bf9" providerId="LiveId" clId="{424CF4DE-7678-4F3C-A76F-ABB3B27A05B2}" dt="2026-04-26T22:57:26.765" v="110892" actId="20577"/>
        <pc:sldMkLst>
          <pc:docMk/>
          <pc:sldMk cId="1647079034" sldId="285"/>
        </pc:sldMkLst>
        <pc:spChg chg="mod">
          <ac:chgData name="David Hoyle" userId="235831776b2d7bf9" providerId="LiveId" clId="{424CF4DE-7678-4F3C-A76F-ABB3B27A05B2}" dt="2026-04-04T21:37:21.969" v="6213" actId="1035"/>
          <ac:spMkLst>
            <pc:docMk/>
            <pc:sldMk cId="1647079034" sldId="285"/>
            <ac:spMk id="5" creationId="{B896DF42-2AE3-FA4E-F8E7-2A23F401894C}"/>
          </ac:spMkLst>
        </pc:spChg>
        <pc:spChg chg="mod">
          <ac:chgData name="David Hoyle" userId="235831776b2d7bf9" providerId="LiveId" clId="{424CF4DE-7678-4F3C-A76F-ABB3B27A05B2}" dt="2026-04-04T21:37:38.479" v="6263" actId="20577"/>
          <ac:spMkLst>
            <pc:docMk/>
            <pc:sldMk cId="1647079034" sldId="285"/>
            <ac:spMk id="11" creationId="{C686D672-0665-0052-018E-37B8A2EDA819}"/>
          </ac:spMkLst>
        </pc:spChg>
        <pc:spChg chg="mod">
          <ac:chgData name="David Hoyle" userId="235831776b2d7bf9" providerId="LiveId" clId="{424CF4DE-7678-4F3C-A76F-ABB3B27A05B2}" dt="2026-04-04T21:38:29.907" v="6419" actId="1037"/>
          <ac:spMkLst>
            <pc:docMk/>
            <pc:sldMk cId="1647079034" sldId="285"/>
            <ac:spMk id="14" creationId="{018D39DB-D1B3-4BC0-281E-160885539CE3}"/>
          </ac:spMkLst>
        </pc:spChg>
        <pc:spChg chg="mod">
          <ac:chgData name="David Hoyle" userId="235831776b2d7bf9" providerId="LiveId" clId="{424CF4DE-7678-4F3C-A76F-ABB3B27A05B2}" dt="2026-04-04T21:38:29.907" v="6419" actId="1037"/>
          <ac:spMkLst>
            <pc:docMk/>
            <pc:sldMk cId="1647079034" sldId="285"/>
            <ac:spMk id="15" creationId="{275005F8-F898-70CD-A46B-7704305ADD14}"/>
          </ac:spMkLst>
        </pc:spChg>
        <pc:graphicFrameChg chg="mod modGraphic">
          <ac:chgData name="David Hoyle" userId="235831776b2d7bf9" providerId="LiveId" clId="{424CF4DE-7678-4F3C-A76F-ABB3B27A05B2}" dt="2026-04-04T21:49:03.706" v="6778" actId="20577"/>
          <ac:graphicFrameMkLst>
            <pc:docMk/>
            <pc:sldMk cId="1647079034" sldId="285"/>
            <ac:graphicFrameMk id="6" creationId="{1803A9AA-CA89-67C4-37C0-73990B3EEAB2}"/>
          </ac:graphicFrameMkLst>
        </pc:graphicFrameChg>
        <pc:cxnChg chg="mod">
          <ac:chgData name="David Hoyle" userId="235831776b2d7bf9" providerId="LiveId" clId="{424CF4DE-7678-4F3C-A76F-ABB3B27A05B2}" dt="2026-04-04T21:37:03.989" v="6156" actId="1036"/>
          <ac:cxnSpMkLst>
            <pc:docMk/>
            <pc:sldMk cId="1647079034" sldId="285"/>
            <ac:cxnSpMk id="13" creationId="{2BD3C218-BC33-260D-99AF-5B02099A542D}"/>
          </ac:cxnSpMkLst>
        </pc:cxnChg>
        <pc:cxnChg chg="mod">
          <ac:chgData name="David Hoyle" userId="235831776b2d7bf9" providerId="LiveId" clId="{424CF4DE-7678-4F3C-A76F-ABB3B27A05B2}" dt="2026-04-04T21:37:31.813" v="6258" actId="1038"/>
          <ac:cxnSpMkLst>
            <pc:docMk/>
            <pc:sldMk cId="1647079034" sldId="285"/>
            <ac:cxnSpMk id="16" creationId="{1B0C65E5-F861-AAF7-580C-AE23EE7EA39B}"/>
          </ac:cxnSpMkLst>
        </pc:cxnChg>
      </pc:sldChg>
      <pc:sldChg chg="modSp add mod">
        <pc:chgData name="David Hoyle" userId="235831776b2d7bf9" providerId="LiveId" clId="{424CF4DE-7678-4F3C-A76F-ABB3B27A05B2}" dt="2026-04-04T21:48:15.423" v="6748" actId="20577"/>
        <pc:sldMkLst>
          <pc:docMk/>
          <pc:sldMk cId="1117511983" sldId="286"/>
        </pc:sldMkLst>
        <pc:graphicFrameChg chg="modGraphic">
          <ac:chgData name="David Hoyle" userId="235831776b2d7bf9" providerId="LiveId" clId="{424CF4DE-7678-4F3C-A76F-ABB3B27A05B2}" dt="2026-04-04T21:48:15.423" v="6748" actId="20577"/>
          <ac:graphicFrameMkLst>
            <pc:docMk/>
            <pc:sldMk cId="1117511983" sldId="286"/>
            <ac:graphicFrameMk id="6" creationId="{2DCB067A-7399-DB62-4028-A7A380DD57B6}"/>
          </ac:graphicFrameMkLst>
        </pc:graphicFrameChg>
      </pc:sldChg>
      <pc:sldChg chg="modSp add mod">
        <pc:chgData name="David Hoyle" userId="235831776b2d7bf9" providerId="LiveId" clId="{424CF4DE-7678-4F3C-A76F-ABB3B27A05B2}" dt="2026-04-04T21:48:22.480" v="6753" actId="20577"/>
        <pc:sldMkLst>
          <pc:docMk/>
          <pc:sldMk cId="4279508152" sldId="287"/>
        </pc:sldMkLst>
        <pc:spChg chg="mod">
          <ac:chgData name="David Hoyle" userId="235831776b2d7bf9" providerId="LiveId" clId="{424CF4DE-7678-4F3C-A76F-ABB3B27A05B2}" dt="2026-04-04T21:45:10.118" v="6685" actId="1035"/>
          <ac:spMkLst>
            <pc:docMk/>
            <pc:sldMk cId="4279508152" sldId="287"/>
            <ac:spMk id="5" creationId="{01B09E4F-996E-C889-75EF-20016A9B5431}"/>
          </ac:spMkLst>
        </pc:spChg>
        <pc:spChg chg="mod">
          <ac:chgData name="David Hoyle" userId="235831776b2d7bf9" providerId="LiveId" clId="{424CF4DE-7678-4F3C-A76F-ABB3B27A05B2}" dt="2026-04-04T21:45:16.481" v="6694" actId="20577"/>
          <ac:spMkLst>
            <pc:docMk/>
            <pc:sldMk cId="4279508152" sldId="287"/>
            <ac:spMk id="11" creationId="{B16974DE-C7A5-34EF-B207-634E826BEBF2}"/>
          </ac:spMkLst>
        </pc:spChg>
        <pc:spChg chg="mod">
          <ac:chgData name="David Hoyle" userId="235831776b2d7bf9" providerId="LiveId" clId="{424CF4DE-7678-4F3C-A76F-ABB3B27A05B2}" dt="2026-04-04T21:45:23.996" v="6717" actId="1038"/>
          <ac:spMkLst>
            <pc:docMk/>
            <pc:sldMk cId="4279508152" sldId="287"/>
            <ac:spMk id="14" creationId="{8EB0657A-9920-38A5-5AF1-B00C171DD928}"/>
          </ac:spMkLst>
        </pc:spChg>
        <pc:spChg chg="mod">
          <ac:chgData name="David Hoyle" userId="235831776b2d7bf9" providerId="LiveId" clId="{424CF4DE-7678-4F3C-A76F-ABB3B27A05B2}" dt="2026-04-04T21:45:23.996" v="6717" actId="1038"/>
          <ac:spMkLst>
            <pc:docMk/>
            <pc:sldMk cId="4279508152" sldId="287"/>
            <ac:spMk id="15" creationId="{869A16B1-C36B-B047-0C25-EDFF0D82A079}"/>
          </ac:spMkLst>
        </pc:spChg>
        <pc:graphicFrameChg chg="modGraphic">
          <ac:chgData name="David Hoyle" userId="235831776b2d7bf9" providerId="LiveId" clId="{424CF4DE-7678-4F3C-A76F-ABB3B27A05B2}" dt="2026-04-04T21:48:22.480" v="6753" actId="20577"/>
          <ac:graphicFrameMkLst>
            <pc:docMk/>
            <pc:sldMk cId="4279508152" sldId="287"/>
            <ac:graphicFrameMk id="6" creationId="{F9CB2F2A-7E3F-A32F-609D-53B570E11A0E}"/>
          </ac:graphicFrameMkLst>
        </pc:graphicFrameChg>
        <pc:cxnChg chg="mod">
          <ac:chgData name="David Hoyle" userId="235831776b2d7bf9" providerId="LiveId" clId="{424CF4DE-7678-4F3C-A76F-ABB3B27A05B2}" dt="2026-04-04T21:44:55.879" v="6624" actId="1036"/>
          <ac:cxnSpMkLst>
            <pc:docMk/>
            <pc:sldMk cId="4279508152" sldId="287"/>
            <ac:cxnSpMk id="13" creationId="{A0852A91-3EFC-5AED-C7CA-5ADC55FB4982}"/>
          </ac:cxnSpMkLst>
        </pc:cxnChg>
        <pc:cxnChg chg="mod">
          <ac:chgData name="David Hoyle" userId="235831776b2d7bf9" providerId="LiveId" clId="{424CF4DE-7678-4F3C-A76F-ABB3B27A05B2}" dt="2026-04-04T21:45:05.381" v="6654" actId="1037"/>
          <ac:cxnSpMkLst>
            <pc:docMk/>
            <pc:sldMk cId="4279508152" sldId="287"/>
            <ac:cxnSpMk id="16" creationId="{85BFCB54-B97D-16B2-86A4-5C0F5E067B71}"/>
          </ac:cxnSpMkLst>
        </pc:cxnChg>
      </pc:sldChg>
      <pc:sldChg chg="addSp delSp modSp add mod modAnim modNotesTx">
        <pc:chgData name="David Hoyle" userId="235831776b2d7bf9" providerId="LiveId" clId="{424CF4DE-7678-4F3C-A76F-ABB3B27A05B2}" dt="2026-04-26T22:58:07.184" v="110897" actId="20577"/>
        <pc:sldMkLst>
          <pc:docMk/>
          <pc:sldMk cId="1592724164" sldId="288"/>
        </pc:sldMkLst>
        <pc:spChg chg="add mod">
          <ac:chgData name="David Hoyle" userId="235831776b2d7bf9" providerId="LiveId" clId="{424CF4DE-7678-4F3C-A76F-ABB3B27A05B2}" dt="2026-04-23T22:12:14.506" v="46232" actId="1038"/>
          <ac:spMkLst>
            <pc:docMk/>
            <pc:sldMk cId="1592724164" sldId="288"/>
            <ac:spMk id="3" creationId="{E949066B-E508-9A09-F530-B1B456AA24BA}"/>
          </ac:spMkLst>
        </pc:spChg>
        <pc:spChg chg="add mod">
          <ac:chgData name="David Hoyle" userId="235831776b2d7bf9" providerId="LiveId" clId="{424CF4DE-7678-4F3C-A76F-ABB3B27A05B2}" dt="2026-04-23T22:12:20.864" v="46233"/>
          <ac:spMkLst>
            <pc:docMk/>
            <pc:sldMk cId="1592724164" sldId="288"/>
            <ac:spMk id="5" creationId="{D7F1FB17-DD9D-3933-4A7F-44B7356661B2}"/>
          </ac:spMkLst>
        </pc:spChg>
        <pc:spChg chg="add mod">
          <ac:chgData name="David Hoyle" userId="235831776b2d7bf9" providerId="LiveId" clId="{424CF4DE-7678-4F3C-A76F-ABB3B27A05B2}" dt="2026-04-25T17:05:59.247" v="62757" actId="164"/>
          <ac:spMkLst>
            <pc:docMk/>
            <pc:sldMk cId="1592724164" sldId="288"/>
            <ac:spMk id="6" creationId="{EB80EEBB-FAD2-7685-B65E-75A60A60BF80}"/>
          </ac:spMkLst>
        </pc:spChg>
        <pc:spChg chg="add mod">
          <ac:chgData name="David Hoyle" userId="235831776b2d7bf9" providerId="LiveId" clId="{424CF4DE-7678-4F3C-A76F-ABB3B27A05B2}" dt="2026-04-23T22:12:28.543" v="46286" actId="1036"/>
          <ac:spMkLst>
            <pc:docMk/>
            <pc:sldMk cId="1592724164" sldId="288"/>
            <ac:spMk id="7" creationId="{E92B4D7B-2E69-F894-522E-783645D31293}"/>
          </ac:spMkLst>
        </pc:spChg>
        <pc:spChg chg="add mod">
          <ac:chgData name="David Hoyle" userId="235831776b2d7bf9" providerId="LiveId" clId="{424CF4DE-7678-4F3C-A76F-ABB3B27A05B2}" dt="2026-04-23T22:12:31.422" v="46292" actId="1038"/>
          <ac:spMkLst>
            <pc:docMk/>
            <pc:sldMk cId="1592724164" sldId="288"/>
            <ac:spMk id="8" creationId="{BE91CDDD-6259-8B55-2D13-94CDCB1A6D75}"/>
          </ac:spMkLst>
        </pc:spChg>
        <pc:spChg chg="add mod">
          <ac:chgData name="David Hoyle" userId="235831776b2d7bf9" providerId="LiveId" clId="{424CF4DE-7678-4F3C-A76F-ABB3B27A05B2}" dt="2026-04-25T17:05:59.247" v="62757" actId="164"/>
          <ac:spMkLst>
            <pc:docMk/>
            <pc:sldMk cId="1592724164" sldId="288"/>
            <ac:spMk id="9" creationId="{F17D947C-367B-F299-F46C-9FC9872D9177}"/>
          </ac:spMkLst>
        </pc:spChg>
        <pc:spChg chg="add mod">
          <ac:chgData name="David Hoyle" userId="235831776b2d7bf9" providerId="LiveId" clId="{424CF4DE-7678-4F3C-A76F-ABB3B27A05B2}" dt="2026-04-23T22:12:40.403" v="46387" actId="1037"/>
          <ac:spMkLst>
            <pc:docMk/>
            <pc:sldMk cId="1592724164" sldId="288"/>
            <ac:spMk id="11" creationId="{3B02D48D-27EB-DCA1-989C-B75FC83E7F12}"/>
          </ac:spMkLst>
        </pc:spChg>
        <pc:spChg chg="add mod">
          <ac:chgData name="David Hoyle" userId="235831776b2d7bf9" providerId="LiveId" clId="{424CF4DE-7678-4F3C-A76F-ABB3B27A05B2}" dt="2026-04-23T22:12:44.432" v="46422" actId="1037"/>
          <ac:spMkLst>
            <pc:docMk/>
            <pc:sldMk cId="1592724164" sldId="288"/>
            <ac:spMk id="12" creationId="{10546C1B-75A6-5BB4-EF1B-4291CBD5C7A8}"/>
          </ac:spMkLst>
        </pc:spChg>
        <pc:spChg chg="add mod">
          <ac:chgData name="David Hoyle" userId="235831776b2d7bf9" providerId="LiveId" clId="{424CF4DE-7678-4F3C-A76F-ABB3B27A05B2}" dt="2026-04-23T22:12:48.293" v="46470" actId="1038"/>
          <ac:spMkLst>
            <pc:docMk/>
            <pc:sldMk cId="1592724164" sldId="288"/>
            <ac:spMk id="13" creationId="{6AC7C343-F43B-1D90-79A0-F634644CA5B2}"/>
          </ac:spMkLst>
        </pc:spChg>
        <pc:spChg chg="add mod">
          <ac:chgData name="David Hoyle" userId="235831776b2d7bf9" providerId="LiveId" clId="{424CF4DE-7678-4F3C-A76F-ABB3B27A05B2}" dt="2026-04-25T17:05:59.247" v="62757" actId="164"/>
          <ac:spMkLst>
            <pc:docMk/>
            <pc:sldMk cId="1592724164" sldId="288"/>
            <ac:spMk id="14" creationId="{9D292BFC-BA1C-A160-ED05-53D0EFFDB5CB}"/>
          </ac:spMkLst>
        </pc:spChg>
        <pc:spChg chg="add mod">
          <ac:chgData name="David Hoyle" userId="235831776b2d7bf9" providerId="LiveId" clId="{424CF4DE-7678-4F3C-A76F-ABB3B27A05B2}" dt="2026-04-25T17:05:59.247" v="62757" actId="164"/>
          <ac:spMkLst>
            <pc:docMk/>
            <pc:sldMk cId="1592724164" sldId="288"/>
            <ac:spMk id="15" creationId="{45DE87A8-40E7-8D44-DBA1-1D7AACA0BE58}"/>
          </ac:spMkLst>
        </pc:spChg>
        <pc:spChg chg="add mod">
          <ac:chgData name="David Hoyle" userId="235831776b2d7bf9" providerId="LiveId" clId="{424CF4DE-7678-4F3C-A76F-ABB3B27A05B2}" dt="2026-04-25T17:05:59.247" v="62757" actId="164"/>
          <ac:spMkLst>
            <pc:docMk/>
            <pc:sldMk cId="1592724164" sldId="288"/>
            <ac:spMk id="16" creationId="{CBDAF635-B47F-AFC1-F48E-C46748CBE6B7}"/>
          </ac:spMkLst>
        </pc:spChg>
        <pc:spChg chg="add mod">
          <ac:chgData name="David Hoyle" userId="235831776b2d7bf9" providerId="LiveId" clId="{424CF4DE-7678-4F3C-A76F-ABB3B27A05B2}" dt="2026-04-23T22:13:11.966" v="46700" actId="1035"/>
          <ac:spMkLst>
            <pc:docMk/>
            <pc:sldMk cId="1592724164" sldId="288"/>
            <ac:spMk id="17" creationId="{9118914A-662C-ADEC-9170-A032E53EF2F7}"/>
          </ac:spMkLst>
        </pc:spChg>
        <pc:spChg chg="add mod">
          <ac:chgData name="David Hoyle" userId="235831776b2d7bf9" providerId="LiveId" clId="{424CF4DE-7678-4F3C-A76F-ABB3B27A05B2}" dt="2026-04-23T22:13:15.923" v="46744" actId="1035"/>
          <ac:spMkLst>
            <pc:docMk/>
            <pc:sldMk cId="1592724164" sldId="288"/>
            <ac:spMk id="18" creationId="{4F7755BF-5B49-0380-F56C-A140D7ABEB5E}"/>
          </ac:spMkLst>
        </pc:spChg>
        <pc:spChg chg="add mod">
          <ac:chgData name="David Hoyle" userId="235831776b2d7bf9" providerId="LiveId" clId="{424CF4DE-7678-4F3C-A76F-ABB3B27A05B2}" dt="2026-04-23T22:13:23.972" v="46842" actId="1036"/>
          <ac:spMkLst>
            <pc:docMk/>
            <pc:sldMk cId="1592724164" sldId="288"/>
            <ac:spMk id="19" creationId="{2CB5C338-8707-2575-537D-E14FBC8FB794}"/>
          </ac:spMkLst>
        </pc:spChg>
        <pc:spChg chg="add mod">
          <ac:chgData name="David Hoyle" userId="235831776b2d7bf9" providerId="LiveId" clId="{424CF4DE-7678-4F3C-A76F-ABB3B27A05B2}" dt="2026-04-23T22:13:32.026" v="46944" actId="1037"/>
          <ac:spMkLst>
            <pc:docMk/>
            <pc:sldMk cId="1592724164" sldId="288"/>
            <ac:spMk id="20" creationId="{293CC86E-44C6-219D-D244-BCE3282D5A5B}"/>
          </ac:spMkLst>
        </pc:spChg>
        <pc:spChg chg="add mod">
          <ac:chgData name="David Hoyle" userId="235831776b2d7bf9" providerId="LiveId" clId="{424CF4DE-7678-4F3C-A76F-ABB3B27A05B2}" dt="2026-04-25T17:05:59.247" v="62757" actId="164"/>
          <ac:spMkLst>
            <pc:docMk/>
            <pc:sldMk cId="1592724164" sldId="288"/>
            <ac:spMk id="21" creationId="{4D7C6036-198A-4F0A-CABB-991A407E9EBA}"/>
          </ac:spMkLst>
        </pc:spChg>
        <pc:spChg chg="add mod">
          <ac:chgData name="David Hoyle" userId="235831776b2d7bf9" providerId="LiveId" clId="{424CF4DE-7678-4F3C-A76F-ABB3B27A05B2}" dt="2026-04-23T22:13:48.792" v="47083" actId="1035"/>
          <ac:spMkLst>
            <pc:docMk/>
            <pc:sldMk cId="1592724164" sldId="288"/>
            <ac:spMk id="22" creationId="{35E6C10B-5EC4-7CB6-F0FE-FF4B84DC6A16}"/>
          </ac:spMkLst>
        </pc:spChg>
        <pc:spChg chg="add mod">
          <ac:chgData name="David Hoyle" userId="235831776b2d7bf9" providerId="LiveId" clId="{424CF4DE-7678-4F3C-A76F-ABB3B27A05B2}" dt="2026-04-23T22:13:57.196" v="47166" actId="1035"/>
          <ac:spMkLst>
            <pc:docMk/>
            <pc:sldMk cId="1592724164" sldId="288"/>
            <ac:spMk id="23" creationId="{C48F462D-6C3E-C060-E7D8-9428B8EEF91D}"/>
          </ac:spMkLst>
        </pc:spChg>
        <pc:spChg chg="add mod">
          <ac:chgData name="David Hoyle" userId="235831776b2d7bf9" providerId="LiveId" clId="{424CF4DE-7678-4F3C-A76F-ABB3B27A05B2}" dt="2026-04-23T22:14:04.307" v="47244" actId="1037"/>
          <ac:spMkLst>
            <pc:docMk/>
            <pc:sldMk cId="1592724164" sldId="288"/>
            <ac:spMk id="24" creationId="{999E53B2-E49A-129C-9BBF-8BDDC566F1EE}"/>
          </ac:spMkLst>
        </pc:spChg>
        <pc:spChg chg="add mod">
          <ac:chgData name="David Hoyle" userId="235831776b2d7bf9" providerId="LiveId" clId="{424CF4DE-7678-4F3C-A76F-ABB3B27A05B2}" dt="2026-04-23T22:14:12.682" v="47333" actId="1035"/>
          <ac:spMkLst>
            <pc:docMk/>
            <pc:sldMk cId="1592724164" sldId="288"/>
            <ac:spMk id="25" creationId="{9267214D-035D-A2FA-AA23-7F6A07AD7B10}"/>
          </ac:spMkLst>
        </pc:spChg>
        <pc:spChg chg="add mod">
          <ac:chgData name="David Hoyle" userId="235831776b2d7bf9" providerId="LiveId" clId="{424CF4DE-7678-4F3C-A76F-ABB3B27A05B2}" dt="2026-04-23T22:14:16.750" v="47381" actId="1038"/>
          <ac:spMkLst>
            <pc:docMk/>
            <pc:sldMk cId="1592724164" sldId="288"/>
            <ac:spMk id="26" creationId="{37E40B06-BBCB-EF5C-C783-91B730FF9E06}"/>
          </ac:spMkLst>
        </pc:spChg>
        <pc:spChg chg="add mod">
          <ac:chgData name="David Hoyle" userId="235831776b2d7bf9" providerId="LiveId" clId="{424CF4DE-7678-4F3C-A76F-ABB3B27A05B2}" dt="2026-04-23T22:14:22.827" v="47426" actId="1037"/>
          <ac:spMkLst>
            <pc:docMk/>
            <pc:sldMk cId="1592724164" sldId="288"/>
            <ac:spMk id="27" creationId="{0CFD07C6-4C21-CFB8-C027-687F0A50A6FB}"/>
          </ac:spMkLst>
        </pc:spChg>
        <pc:spChg chg="add mod">
          <ac:chgData name="David Hoyle" userId="235831776b2d7bf9" providerId="LiveId" clId="{424CF4DE-7678-4F3C-A76F-ABB3B27A05B2}" dt="2026-04-25T17:05:59.247" v="62757" actId="164"/>
          <ac:spMkLst>
            <pc:docMk/>
            <pc:sldMk cId="1592724164" sldId="288"/>
            <ac:spMk id="28" creationId="{485CE4E0-E41C-30A5-3339-7BAA495F9ECB}"/>
          </ac:spMkLst>
        </pc:spChg>
        <pc:spChg chg="mod">
          <ac:chgData name="David Hoyle" userId="235831776b2d7bf9" providerId="LiveId" clId="{424CF4DE-7678-4F3C-A76F-ABB3B27A05B2}" dt="2026-04-25T17:05:18.099" v="62754" actId="165"/>
          <ac:spMkLst>
            <pc:docMk/>
            <pc:sldMk cId="1592724164" sldId="288"/>
            <ac:spMk id="30" creationId="{C7476FB8-361C-CE77-03BB-733AA7FF5B5D}"/>
          </ac:spMkLst>
        </pc:spChg>
        <pc:spChg chg="mod">
          <ac:chgData name="David Hoyle" userId="235831776b2d7bf9" providerId="LiveId" clId="{424CF4DE-7678-4F3C-A76F-ABB3B27A05B2}" dt="2026-04-25T17:05:18.099" v="62754" actId="165"/>
          <ac:spMkLst>
            <pc:docMk/>
            <pc:sldMk cId="1592724164" sldId="288"/>
            <ac:spMk id="31" creationId="{C454EBA1-7D5A-A207-D9A0-2F82B7511361}"/>
          </ac:spMkLst>
        </pc:spChg>
        <pc:spChg chg="mod">
          <ac:chgData name="David Hoyle" userId="235831776b2d7bf9" providerId="LiveId" clId="{424CF4DE-7678-4F3C-A76F-ABB3B27A05B2}" dt="2026-04-25T17:05:18.099" v="62754" actId="165"/>
          <ac:spMkLst>
            <pc:docMk/>
            <pc:sldMk cId="1592724164" sldId="288"/>
            <ac:spMk id="32" creationId="{B264AFDF-9498-97AF-13D8-440EF84D96E6}"/>
          </ac:spMkLst>
        </pc:spChg>
        <pc:spChg chg="mod topLvl">
          <ac:chgData name="David Hoyle" userId="235831776b2d7bf9" providerId="LiveId" clId="{424CF4DE-7678-4F3C-A76F-ABB3B27A05B2}" dt="2026-04-26T16:21:22.676" v="105699" actId="20577"/>
          <ac:spMkLst>
            <pc:docMk/>
            <pc:sldMk cId="1592724164" sldId="288"/>
            <ac:spMk id="34" creationId="{215DFEF6-8AC2-D321-7B5D-D5AC395F2F5E}"/>
          </ac:spMkLst>
        </pc:spChg>
        <pc:spChg chg="mod topLvl">
          <ac:chgData name="David Hoyle" userId="235831776b2d7bf9" providerId="LiveId" clId="{424CF4DE-7678-4F3C-A76F-ABB3B27A05B2}" dt="2026-04-25T17:05:33.149" v="62755" actId="164"/>
          <ac:spMkLst>
            <pc:docMk/>
            <pc:sldMk cId="1592724164" sldId="288"/>
            <ac:spMk id="35" creationId="{65D0B7DE-99B8-B091-C03D-068E898F57E0}"/>
          </ac:spMkLst>
        </pc:spChg>
        <pc:spChg chg="add mod">
          <ac:chgData name="David Hoyle" userId="235831776b2d7bf9" providerId="LiveId" clId="{424CF4DE-7678-4F3C-A76F-ABB3B27A05B2}" dt="2026-04-23T22:14:31.389" v="47546" actId="1038"/>
          <ac:spMkLst>
            <pc:docMk/>
            <pc:sldMk cId="1592724164" sldId="288"/>
            <ac:spMk id="36" creationId="{E69D21F6-37C6-E58B-2356-A1FA27FFE764}"/>
          </ac:spMkLst>
        </pc:spChg>
        <pc:spChg chg="add mod">
          <ac:chgData name="David Hoyle" userId="235831776b2d7bf9" providerId="LiveId" clId="{424CF4DE-7678-4F3C-A76F-ABB3B27A05B2}" dt="2026-04-23T22:14:36.949" v="47615" actId="1036"/>
          <ac:spMkLst>
            <pc:docMk/>
            <pc:sldMk cId="1592724164" sldId="288"/>
            <ac:spMk id="37" creationId="{14787FBE-DAFA-AF61-BB1A-F1598E3DA1B5}"/>
          </ac:spMkLst>
        </pc:spChg>
        <pc:spChg chg="add mod">
          <ac:chgData name="David Hoyle" userId="235831776b2d7bf9" providerId="LiveId" clId="{424CF4DE-7678-4F3C-A76F-ABB3B27A05B2}" dt="2026-04-23T22:14:43.110" v="47702" actId="1036"/>
          <ac:spMkLst>
            <pc:docMk/>
            <pc:sldMk cId="1592724164" sldId="288"/>
            <ac:spMk id="38" creationId="{1350CDA4-DF8A-A02E-141D-34B88C50E7E0}"/>
          </ac:spMkLst>
        </pc:spChg>
        <pc:spChg chg="add mod">
          <ac:chgData name="David Hoyle" userId="235831776b2d7bf9" providerId="LiveId" clId="{424CF4DE-7678-4F3C-A76F-ABB3B27A05B2}" dt="2026-04-23T22:15:14.006" v="47946" actId="1036"/>
          <ac:spMkLst>
            <pc:docMk/>
            <pc:sldMk cId="1592724164" sldId="288"/>
            <ac:spMk id="39" creationId="{37FCDB68-6BAA-944E-CF17-B2D98DB7513E}"/>
          </ac:spMkLst>
        </pc:spChg>
        <pc:spChg chg="add mod">
          <ac:chgData name="David Hoyle" userId="235831776b2d7bf9" providerId="LiveId" clId="{424CF4DE-7678-4F3C-A76F-ABB3B27A05B2}" dt="2026-04-25T17:05:59.247" v="62757" actId="164"/>
          <ac:spMkLst>
            <pc:docMk/>
            <pc:sldMk cId="1592724164" sldId="288"/>
            <ac:spMk id="40" creationId="{E0A331E1-D2E1-762E-1C34-7A1DEDB37ECF}"/>
          </ac:spMkLst>
        </pc:spChg>
        <pc:spChg chg="add mod">
          <ac:chgData name="David Hoyle" userId="235831776b2d7bf9" providerId="LiveId" clId="{424CF4DE-7678-4F3C-A76F-ABB3B27A05B2}" dt="2026-04-23T22:15:19.795" v="48015" actId="1036"/>
          <ac:spMkLst>
            <pc:docMk/>
            <pc:sldMk cId="1592724164" sldId="288"/>
            <ac:spMk id="41" creationId="{1B436BB1-40BF-7253-253C-29A556874D7F}"/>
          </ac:spMkLst>
        </pc:spChg>
        <pc:spChg chg="add mod">
          <ac:chgData name="David Hoyle" userId="235831776b2d7bf9" providerId="LiveId" clId="{424CF4DE-7678-4F3C-A76F-ABB3B27A05B2}" dt="2026-04-23T22:15:25.974" v="48097" actId="1037"/>
          <ac:spMkLst>
            <pc:docMk/>
            <pc:sldMk cId="1592724164" sldId="288"/>
            <ac:spMk id="42" creationId="{5220CF6B-8935-C765-6B30-9684AC6FC41C}"/>
          </ac:spMkLst>
        </pc:spChg>
        <pc:spChg chg="add mod">
          <ac:chgData name="David Hoyle" userId="235831776b2d7bf9" providerId="LiveId" clId="{424CF4DE-7678-4F3C-A76F-ABB3B27A05B2}" dt="2026-04-23T22:15:31.755" v="48193" actId="1038"/>
          <ac:spMkLst>
            <pc:docMk/>
            <pc:sldMk cId="1592724164" sldId="288"/>
            <ac:spMk id="43" creationId="{AF27BDA3-1BE6-70BD-7421-9CC2080E5D68}"/>
          </ac:spMkLst>
        </pc:spChg>
        <pc:spChg chg="add mod">
          <ac:chgData name="David Hoyle" userId="235831776b2d7bf9" providerId="LiveId" clId="{424CF4DE-7678-4F3C-A76F-ABB3B27A05B2}" dt="2026-04-25T17:05:59.247" v="62757" actId="164"/>
          <ac:spMkLst>
            <pc:docMk/>
            <pc:sldMk cId="1592724164" sldId="288"/>
            <ac:spMk id="44" creationId="{D59BA365-1DD3-21C0-1EEA-F3695959A57A}"/>
          </ac:spMkLst>
        </pc:spChg>
        <pc:spChg chg="add mod">
          <ac:chgData name="David Hoyle" userId="235831776b2d7bf9" providerId="LiveId" clId="{424CF4DE-7678-4F3C-A76F-ABB3B27A05B2}" dt="2026-04-23T22:15:47.853" v="48401" actId="1038"/>
          <ac:spMkLst>
            <pc:docMk/>
            <pc:sldMk cId="1592724164" sldId="288"/>
            <ac:spMk id="45" creationId="{C735881B-F404-6140-F78E-19C01F92E6F2}"/>
          </ac:spMkLst>
        </pc:spChg>
        <pc:spChg chg="add mod">
          <ac:chgData name="David Hoyle" userId="235831776b2d7bf9" providerId="LiveId" clId="{424CF4DE-7678-4F3C-A76F-ABB3B27A05B2}" dt="2026-04-23T22:15:55.831" v="48503" actId="1038"/>
          <ac:spMkLst>
            <pc:docMk/>
            <pc:sldMk cId="1592724164" sldId="288"/>
            <ac:spMk id="46" creationId="{F24E3A2B-E8CB-D766-D3F2-70394831EACD}"/>
          </ac:spMkLst>
        </pc:spChg>
        <pc:spChg chg="add mod">
          <ac:chgData name="David Hoyle" userId="235831776b2d7bf9" providerId="LiveId" clId="{424CF4DE-7678-4F3C-A76F-ABB3B27A05B2}" dt="2026-04-23T22:16:17.840" v="48818" actId="1036"/>
          <ac:spMkLst>
            <pc:docMk/>
            <pc:sldMk cId="1592724164" sldId="288"/>
            <ac:spMk id="47" creationId="{FEEE01BD-7024-E179-4CD6-FA4ABDB3B3A6}"/>
          </ac:spMkLst>
        </pc:spChg>
        <pc:spChg chg="add mod">
          <ac:chgData name="David Hoyle" userId="235831776b2d7bf9" providerId="LiveId" clId="{424CF4DE-7678-4F3C-A76F-ABB3B27A05B2}" dt="2026-04-25T17:05:59.247" v="62757" actId="164"/>
          <ac:spMkLst>
            <pc:docMk/>
            <pc:sldMk cId="1592724164" sldId="288"/>
            <ac:spMk id="48" creationId="{6A9A77B4-41D9-44CC-9CA8-F909722621D0}"/>
          </ac:spMkLst>
        </pc:spChg>
        <pc:spChg chg="add mod">
          <ac:chgData name="David Hoyle" userId="235831776b2d7bf9" providerId="LiveId" clId="{424CF4DE-7678-4F3C-A76F-ABB3B27A05B2}" dt="2026-04-23T22:16:40.516" v="49068" actId="1038"/>
          <ac:spMkLst>
            <pc:docMk/>
            <pc:sldMk cId="1592724164" sldId="288"/>
            <ac:spMk id="49" creationId="{B655B4A9-9F85-D0D8-3AE5-BF80540F040B}"/>
          </ac:spMkLst>
        </pc:spChg>
        <pc:spChg chg="add mod">
          <ac:chgData name="David Hoyle" userId="235831776b2d7bf9" providerId="LiveId" clId="{424CF4DE-7678-4F3C-A76F-ABB3B27A05B2}" dt="2026-04-23T22:16:46.956" v="49145" actId="1038"/>
          <ac:spMkLst>
            <pc:docMk/>
            <pc:sldMk cId="1592724164" sldId="288"/>
            <ac:spMk id="50" creationId="{4F274B60-EA82-BEAE-8873-8A9D4B98CA65}"/>
          </ac:spMkLst>
        </pc:spChg>
        <pc:spChg chg="add mod">
          <ac:chgData name="David Hoyle" userId="235831776b2d7bf9" providerId="LiveId" clId="{424CF4DE-7678-4F3C-A76F-ABB3B27A05B2}" dt="2026-04-23T22:16:55.450" v="49232" actId="1037"/>
          <ac:spMkLst>
            <pc:docMk/>
            <pc:sldMk cId="1592724164" sldId="288"/>
            <ac:spMk id="51" creationId="{46E60BC1-92B4-E7DA-2E8F-3C7C03E42956}"/>
          </ac:spMkLst>
        </pc:spChg>
        <pc:spChg chg="mod topLvl">
          <ac:chgData name="David Hoyle" userId="235831776b2d7bf9" providerId="LiveId" clId="{424CF4DE-7678-4F3C-A76F-ABB3B27A05B2}" dt="2026-04-25T17:05:33.149" v="62755" actId="164"/>
          <ac:spMkLst>
            <pc:docMk/>
            <pc:sldMk cId="1592724164" sldId="288"/>
            <ac:spMk id="57" creationId="{9ED489AD-3CAE-224D-9816-8BBA8D030662}"/>
          </ac:spMkLst>
        </pc:spChg>
        <pc:grpChg chg="mod topLvl">
          <ac:chgData name="David Hoyle" userId="235831776b2d7bf9" providerId="LiveId" clId="{424CF4DE-7678-4F3C-A76F-ABB3B27A05B2}" dt="2026-04-25T17:05:33.149" v="62755" actId="164"/>
          <ac:grpSpMkLst>
            <pc:docMk/>
            <pc:sldMk cId="1592724164" sldId="288"/>
            <ac:grpSpMk id="33" creationId="{AE0BD242-EF4D-BBF8-43F4-F7DD6E817181}"/>
          </ac:grpSpMkLst>
        </pc:grpChg>
        <pc:grpChg chg="add mod">
          <ac:chgData name="David Hoyle" userId="235831776b2d7bf9" providerId="LiveId" clId="{424CF4DE-7678-4F3C-A76F-ABB3B27A05B2}" dt="2026-04-25T17:06:07.828" v="62758" actId="164"/>
          <ac:grpSpMkLst>
            <pc:docMk/>
            <pc:sldMk cId="1592724164" sldId="288"/>
            <ac:grpSpMk id="52" creationId="{5D3D4341-92FE-A176-9743-26EA8F9B7C49}"/>
          </ac:grpSpMkLst>
        </pc:grpChg>
        <pc:grpChg chg="mod">
          <ac:chgData name="David Hoyle" userId="235831776b2d7bf9" providerId="LiveId" clId="{424CF4DE-7678-4F3C-A76F-ABB3B27A05B2}" dt="2026-04-25T17:06:07.828" v="62758" actId="164"/>
          <ac:grpSpMkLst>
            <pc:docMk/>
            <pc:sldMk cId="1592724164" sldId="288"/>
            <ac:grpSpMk id="53" creationId="{3EB71D29-93E3-DE90-3660-88F15827F2DA}"/>
          </ac:grpSpMkLst>
        </pc:grpChg>
        <pc:grpChg chg="add mod">
          <ac:chgData name="David Hoyle" userId="235831776b2d7bf9" providerId="LiveId" clId="{424CF4DE-7678-4F3C-A76F-ABB3B27A05B2}" dt="2026-04-25T17:06:07.828" v="62758" actId="164"/>
          <ac:grpSpMkLst>
            <pc:docMk/>
            <pc:sldMk cId="1592724164" sldId="288"/>
            <ac:grpSpMk id="54" creationId="{B821E376-2F21-66F8-1BF2-BCD86B10EDD2}"/>
          </ac:grpSpMkLst>
        </pc:grpChg>
        <pc:grpChg chg="del mod topLvl">
          <ac:chgData name="David Hoyle" userId="235831776b2d7bf9" providerId="LiveId" clId="{424CF4DE-7678-4F3C-A76F-ABB3B27A05B2}" dt="2026-04-25T17:05:40.884" v="62756" actId="165"/>
          <ac:grpSpMkLst>
            <pc:docMk/>
            <pc:sldMk cId="1592724164" sldId="288"/>
            <ac:grpSpMk id="55" creationId="{41487442-2A30-2A24-EB05-4C4168733445}"/>
          </ac:grpSpMkLst>
        </pc:grpChg>
        <pc:grpChg chg="del mod topLvl">
          <ac:chgData name="David Hoyle" userId="235831776b2d7bf9" providerId="LiveId" clId="{424CF4DE-7678-4F3C-A76F-ABB3B27A05B2}" dt="2026-04-25T17:05:18.099" v="62754" actId="165"/>
          <ac:grpSpMkLst>
            <pc:docMk/>
            <pc:sldMk cId="1592724164" sldId="288"/>
            <ac:grpSpMk id="56" creationId="{BC7CC6D4-78DE-F63F-5DBD-9178D03EB64E}"/>
          </ac:grpSpMkLst>
        </pc:grpChg>
        <pc:grpChg chg="del mod">
          <ac:chgData name="David Hoyle" userId="235831776b2d7bf9" providerId="LiveId" clId="{424CF4DE-7678-4F3C-A76F-ABB3B27A05B2}" dt="2026-04-25T17:05:10.314" v="62753" actId="165"/>
          <ac:grpSpMkLst>
            <pc:docMk/>
            <pc:sldMk cId="1592724164" sldId="288"/>
            <ac:grpSpMk id="58" creationId="{C501A614-40EB-483C-1854-6BC9CA60FC49}"/>
          </ac:grpSpMkLst>
        </pc:grpChg>
        <pc:picChg chg="mod topLvl">
          <ac:chgData name="David Hoyle" userId="235831776b2d7bf9" providerId="LiveId" clId="{424CF4DE-7678-4F3C-A76F-ABB3B27A05B2}" dt="2026-04-25T17:05:40.884" v="62756" actId="165"/>
          <ac:picMkLst>
            <pc:docMk/>
            <pc:sldMk cId="1592724164" sldId="288"/>
            <ac:picMk id="29" creationId="{F5480B8D-9143-1A1A-EA95-EECAC61BA08B}"/>
          </ac:picMkLst>
        </pc:picChg>
      </pc:sldChg>
      <pc:sldChg chg="addSp delSp modSp new mod ord delAnim modAnim modNotesTx">
        <pc:chgData name="David Hoyle" userId="235831776b2d7bf9" providerId="LiveId" clId="{424CF4DE-7678-4F3C-A76F-ABB3B27A05B2}" dt="2026-04-26T22:58:12.580" v="110898" actId="20577"/>
        <pc:sldMkLst>
          <pc:docMk/>
          <pc:sldMk cId="1643814904" sldId="290"/>
        </pc:sldMkLst>
        <pc:spChg chg="mod">
          <ac:chgData name="David Hoyle" userId="235831776b2d7bf9" providerId="LiveId" clId="{424CF4DE-7678-4F3C-A76F-ABB3B27A05B2}" dt="2026-04-22T09:00:51.495" v="32638" actId="20577"/>
          <ac:spMkLst>
            <pc:docMk/>
            <pc:sldMk cId="1643814904" sldId="290"/>
            <ac:spMk id="2" creationId="{3BB0AED1-E510-822F-7480-9FB2BA267A76}"/>
          </ac:spMkLst>
        </pc:spChg>
        <pc:spChg chg="add mod">
          <ac:chgData name="David Hoyle" userId="235831776b2d7bf9" providerId="LiveId" clId="{424CF4DE-7678-4F3C-A76F-ABB3B27A05B2}" dt="2026-04-24T14:13:30.807" v="50135" actId="1076"/>
          <ac:spMkLst>
            <pc:docMk/>
            <pc:sldMk cId="1643814904" sldId="290"/>
            <ac:spMk id="8" creationId="{A2069919-3D62-6D11-7FE5-EE3565ECFFF7}"/>
          </ac:spMkLst>
        </pc:spChg>
        <pc:spChg chg="add mod">
          <ac:chgData name="David Hoyle" userId="235831776b2d7bf9" providerId="LiveId" clId="{424CF4DE-7678-4F3C-A76F-ABB3B27A05B2}" dt="2026-04-24T14:13:15.149" v="50130" actId="20577"/>
          <ac:spMkLst>
            <pc:docMk/>
            <pc:sldMk cId="1643814904" sldId="290"/>
            <ac:spMk id="12" creationId="{B1385B4E-9147-8395-F141-7CECB399C200}"/>
          </ac:spMkLst>
        </pc:spChg>
        <pc:spChg chg="add mod">
          <ac:chgData name="David Hoyle" userId="235831776b2d7bf9" providerId="LiveId" clId="{424CF4DE-7678-4F3C-A76F-ABB3B27A05B2}" dt="2026-04-06T16:00:00.991" v="11219" actId="1036"/>
          <ac:spMkLst>
            <pc:docMk/>
            <pc:sldMk cId="1643814904" sldId="290"/>
            <ac:spMk id="17" creationId="{CAD29C94-0F4E-3BC3-1BBF-554653CE3D43}"/>
          </ac:spMkLst>
        </pc:spChg>
        <pc:grpChg chg="add mod">
          <ac:chgData name="David Hoyle" userId="235831776b2d7bf9" providerId="LiveId" clId="{424CF4DE-7678-4F3C-A76F-ABB3B27A05B2}" dt="2026-04-24T14:13:15.149" v="50130" actId="20577"/>
          <ac:grpSpMkLst>
            <pc:docMk/>
            <pc:sldMk cId="1643814904" sldId="290"/>
            <ac:grpSpMk id="13" creationId="{509531B8-6417-F6CA-FCCD-44A24DB6F599}"/>
          </ac:grpSpMkLst>
        </pc:grpChg>
        <pc:grpChg chg="add mod">
          <ac:chgData name="David Hoyle" userId="235831776b2d7bf9" providerId="LiveId" clId="{424CF4DE-7678-4F3C-A76F-ABB3B27A05B2}" dt="2026-04-24T14:13:15.149" v="50130" actId="20577"/>
          <ac:grpSpMkLst>
            <pc:docMk/>
            <pc:sldMk cId="1643814904" sldId="290"/>
            <ac:grpSpMk id="14" creationId="{AAABA6CB-FE1E-719A-E874-81631BC6A61C}"/>
          </ac:grpSpMkLst>
        </pc:grpChg>
        <pc:grpChg chg="add mod">
          <ac:chgData name="David Hoyle" userId="235831776b2d7bf9" providerId="LiveId" clId="{424CF4DE-7678-4F3C-A76F-ABB3B27A05B2}" dt="2026-04-24T14:13:15.149" v="50130" actId="20577"/>
          <ac:grpSpMkLst>
            <pc:docMk/>
            <pc:sldMk cId="1643814904" sldId="290"/>
            <ac:grpSpMk id="15" creationId="{C8863451-42C3-1ED3-4D1D-8D38B3559903}"/>
          </ac:grpSpMkLst>
        </pc:grpChg>
        <pc:graphicFrameChg chg="add mod ord modGraphic">
          <ac:chgData name="David Hoyle" userId="235831776b2d7bf9" providerId="LiveId" clId="{424CF4DE-7678-4F3C-A76F-ABB3B27A05B2}" dt="2026-04-18T09:37:07.350" v="11323" actId="20577"/>
          <ac:graphicFrameMkLst>
            <pc:docMk/>
            <pc:sldMk cId="1643814904" sldId="290"/>
            <ac:graphicFrameMk id="5" creationId="{0535F417-A0F0-0014-D97D-57D02737F54C}"/>
          </ac:graphicFrameMkLst>
        </pc:graphicFrameChg>
        <pc:cxnChg chg="add mod">
          <ac:chgData name="David Hoyle" userId="235831776b2d7bf9" providerId="LiveId" clId="{424CF4DE-7678-4F3C-A76F-ABB3B27A05B2}" dt="2026-04-24T14:13:15.149" v="50130" actId="20577"/>
          <ac:cxnSpMkLst>
            <pc:docMk/>
            <pc:sldMk cId="1643814904" sldId="290"/>
            <ac:cxnSpMk id="7" creationId="{4D7BA1E5-836B-C268-3D97-657582D074CD}"/>
          </ac:cxnSpMkLst>
        </pc:cxnChg>
        <pc:cxnChg chg="add mod">
          <ac:chgData name="David Hoyle" userId="235831776b2d7bf9" providerId="LiveId" clId="{424CF4DE-7678-4F3C-A76F-ABB3B27A05B2}" dt="2026-04-24T14:13:15.149" v="50130" actId="20577"/>
          <ac:cxnSpMkLst>
            <pc:docMk/>
            <pc:sldMk cId="1643814904" sldId="290"/>
            <ac:cxnSpMk id="9" creationId="{755CFE0B-DB49-AE58-2239-EF1E5FB32EA7}"/>
          </ac:cxnSpMkLst>
        </pc:cxnChg>
      </pc:sldChg>
      <pc:sldChg chg="addSp delSp modSp new mod modAnim modNotesTx">
        <pc:chgData name="David Hoyle" userId="235831776b2d7bf9" providerId="LiveId" clId="{424CF4DE-7678-4F3C-A76F-ABB3B27A05B2}" dt="2026-04-26T22:58:23.523" v="110900" actId="20577"/>
        <pc:sldMkLst>
          <pc:docMk/>
          <pc:sldMk cId="1911848034" sldId="295"/>
        </pc:sldMkLst>
        <pc:spChg chg="mod">
          <ac:chgData name="David Hoyle" userId="235831776b2d7bf9" providerId="LiveId" clId="{424CF4DE-7678-4F3C-A76F-ABB3B27A05B2}" dt="2026-04-18T20:04:19.128" v="17818" actId="20577"/>
          <ac:spMkLst>
            <pc:docMk/>
            <pc:sldMk cId="1911848034" sldId="295"/>
            <ac:spMk id="2" creationId="{67A8944F-1B67-A758-1C1B-CA4451359CFB}"/>
          </ac:spMkLst>
        </pc:spChg>
        <pc:spChg chg="add mod">
          <ac:chgData name="David Hoyle" userId="235831776b2d7bf9" providerId="LiveId" clId="{424CF4DE-7678-4F3C-A76F-ABB3B27A05B2}" dt="2026-04-18T13:20:42.869" v="13823" actId="164"/>
          <ac:spMkLst>
            <pc:docMk/>
            <pc:sldMk cId="1911848034" sldId="295"/>
            <ac:spMk id="6" creationId="{F9A0165C-E86F-9A92-811C-C85320E3E573}"/>
          </ac:spMkLst>
        </pc:spChg>
        <pc:spChg chg="add mod">
          <ac:chgData name="David Hoyle" userId="235831776b2d7bf9" providerId="LiveId" clId="{424CF4DE-7678-4F3C-A76F-ABB3B27A05B2}" dt="2026-04-18T13:20:42.869" v="13823" actId="164"/>
          <ac:spMkLst>
            <pc:docMk/>
            <pc:sldMk cId="1911848034" sldId="295"/>
            <ac:spMk id="7" creationId="{0215CD70-E1D4-E810-177B-15D2D19ED4FE}"/>
          </ac:spMkLst>
        </pc:spChg>
        <pc:spChg chg="add mod">
          <ac:chgData name="David Hoyle" userId="235831776b2d7bf9" providerId="LiveId" clId="{424CF4DE-7678-4F3C-A76F-ABB3B27A05B2}" dt="2026-04-18T13:20:42.869" v="13823" actId="164"/>
          <ac:spMkLst>
            <pc:docMk/>
            <pc:sldMk cId="1911848034" sldId="295"/>
            <ac:spMk id="8" creationId="{54A7A38C-F9A2-9468-59BD-9150AAC3560F}"/>
          </ac:spMkLst>
        </pc:spChg>
        <pc:spChg chg="add mod">
          <ac:chgData name="David Hoyle" userId="235831776b2d7bf9" providerId="LiveId" clId="{424CF4DE-7678-4F3C-A76F-ABB3B27A05B2}" dt="2026-04-18T20:13:22.219" v="17846" actId="1035"/>
          <ac:spMkLst>
            <pc:docMk/>
            <pc:sldMk cId="1911848034" sldId="295"/>
            <ac:spMk id="9" creationId="{AA329092-53D8-B190-021C-841E164C21A7}"/>
          </ac:spMkLst>
        </pc:spChg>
        <pc:spChg chg="add mod">
          <ac:chgData name="David Hoyle" userId="235831776b2d7bf9" providerId="LiveId" clId="{424CF4DE-7678-4F3C-A76F-ABB3B27A05B2}" dt="2026-04-18T20:32:36.825" v="17889" actId="115"/>
          <ac:spMkLst>
            <pc:docMk/>
            <pc:sldMk cId="1911848034" sldId="295"/>
            <ac:spMk id="11" creationId="{5585DD05-2C38-2FE9-04F1-F3BCE6DE9E1E}"/>
          </ac:spMkLst>
        </pc:spChg>
        <pc:grpChg chg="add mod">
          <ac:chgData name="David Hoyle" userId="235831776b2d7bf9" providerId="LiveId" clId="{424CF4DE-7678-4F3C-A76F-ABB3B27A05B2}" dt="2026-04-18T20:13:22.219" v="17846" actId="1035"/>
          <ac:grpSpMkLst>
            <pc:docMk/>
            <pc:sldMk cId="1911848034" sldId="295"/>
            <ac:grpSpMk id="10" creationId="{CAB7AA6D-8C2C-BC71-1DA5-EB1AD54A6348}"/>
          </ac:grpSpMkLst>
        </pc:grpChg>
        <pc:graphicFrameChg chg="add mod ord modGraphic">
          <ac:chgData name="David Hoyle" userId="235831776b2d7bf9" providerId="LiveId" clId="{424CF4DE-7678-4F3C-A76F-ABB3B27A05B2}" dt="2026-04-18T20:13:22.219" v="17846" actId="1035"/>
          <ac:graphicFrameMkLst>
            <pc:docMk/>
            <pc:sldMk cId="1911848034" sldId="295"/>
            <ac:graphicFrameMk id="5" creationId="{21EEB937-A53C-A90E-56F1-5AB9C7375D77}"/>
          </ac:graphicFrameMkLst>
        </pc:graphicFrameChg>
      </pc:sldChg>
      <pc:sldChg chg="modSp new mod modAnim modNotesTx">
        <pc:chgData name="David Hoyle" userId="235831776b2d7bf9" providerId="LiveId" clId="{424CF4DE-7678-4F3C-A76F-ABB3B27A05B2}" dt="2026-04-26T22:59:06.076" v="110906" actId="20577"/>
        <pc:sldMkLst>
          <pc:docMk/>
          <pc:sldMk cId="2326989645" sldId="296"/>
        </pc:sldMkLst>
        <pc:spChg chg="mod">
          <ac:chgData name="David Hoyle" userId="235831776b2d7bf9" providerId="LiveId" clId="{424CF4DE-7678-4F3C-A76F-ABB3B27A05B2}" dt="2026-04-22T13:32:31.585" v="39881" actId="20577"/>
          <ac:spMkLst>
            <pc:docMk/>
            <pc:sldMk cId="2326989645" sldId="296"/>
            <ac:spMk id="2" creationId="{49708EC9-EDD5-8A38-674D-BAC322D3BEC2}"/>
          </ac:spMkLst>
        </pc:spChg>
        <pc:spChg chg="mod">
          <ac:chgData name="David Hoyle" userId="235831776b2d7bf9" providerId="LiveId" clId="{424CF4DE-7678-4F3C-A76F-ABB3B27A05B2}" dt="2026-04-18T16:12:35.182" v="17676" actId="20577"/>
          <ac:spMkLst>
            <pc:docMk/>
            <pc:sldMk cId="2326989645" sldId="296"/>
            <ac:spMk id="3" creationId="{34F892DC-6ABB-EABC-C3CE-980FDD5D990A}"/>
          </ac:spMkLst>
        </pc:spChg>
      </pc:sldChg>
      <pc:sldChg chg="addSp delSp modSp add mod delAnim modAnim modNotesTx">
        <pc:chgData name="David Hoyle" userId="235831776b2d7bf9" providerId="LiveId" clId="{424CF4DE-7678-4F3C-A76F-ABB3B27A05B2}" dt="2026-04-26T22:58:27.720" v="110901" actId="20577"/>
        <pc:sldMkLst>
          <pc:docMk/>
          <pc:sldMk cId="3862585059" sldId="297"/>
        </pc:sldMkLst>
        <pc:spChg chg="mod">
          <ac:chgData name="David Hoyle" userId="235831776b2d7bf9" providerId="LiveId" clId="{424CF4DE-7678-4F3C-A76F-ABB3B27A05B2}" dt="2026-04-18T13:46:29.653" v="15172" actId="1035"/>
          <ac:spMkLst>
            <pc:docMk/>
            <pc:sldMk cId="3862585059" sldId="297"/>
            <ac:spMk id="2" creationId="{D4538839-245C-14E4-CEFD-1DFBE2342D04}"/>
          </ac:spMkLst>
        </pc:spChg>
        <pc:spChg chg="add mod">
          <ac:chgData name="David Hoyle" userId="235831776b2d7bf9" providerId="LiveId" clId="{424CF4DE-7678-4F3C-A76F-ABB3B27A05B2}" dt="2026-04-18T13:46:38.175" v="15190" actId="1036"/>
          <ac:spMkLst>
            <pc:docMk/>
            <pc:sldMk cId="3862585059" sldId="297"/>
            <ac:spMk id="12" creationId="{22F10B15-9C9B-B141-BDD3-5C8806BBE54D}"/>
          </ac:spMkLst>
        </pc:spChg>
        <pc:spChg chg="add mod">
          <ac:chgData name="David Hoyle" userId="235831776b2d7bf9" providerId="LiveId" clId="{424CF4DE-7678-4F3C-A76F-ABB3B27A05B2}" dt="2026-04-18T13:46:38.175" v="15190" actId="1036"/>
          <ac:spMkLst>
            <pc:docMk/>
            <pc:sldMk cId="3862585059" sldId="297"/>
            <ac:spMk id="13" creationId="{1C207BA9-862C-55CB-8F7A-E30806896B75}"/>
          </ac:spMkLst>
        </pc:spChg>
        <pc:spChg chg="add mod">
          <ac:chgData name="David Hoyle" userId="235831776b2d7bf9" providerId="LiveId" clId="{424CF4DE-7678-4F3C-A76F-ABB3B27A05B2}" dt="2026-04-18T13:46:38.175" v="15190" actId="1036"/>
          <ac:spMkLst>
            <pc:docMk/>
            <pc:sldMk cId="3862585059" sldId="297"/>
            <ac:spMk id="14" creationId="{4D8254A3-159C-4A57-9701-8E13C4E0179D}"/>
          </ac:spMkLst>
        </pc:spChg>
        <pc:spChg chg="add mod">
          <ac:chgData name="David Hoyle" userId="235831776b2d7bf9" providerId="LiveId" clId="{424CF4DE-7678-4F3C-A76F-ABB3B27A05B2}" dt="2026-04-26T16:30:27.791" v="105767" actId="20577"/>
          <ac:spMkLst>
            <pc:docMk/>
            <pc:sldMk cId="3862585059" sldId="297"/>
            <ac:spMk id="15" creationId="{C6EC2711-CF1C-31D8-9559-6525B0ECAB9F}"/>
          </ac:spMkLst>
        </pc:spChg>
        <pc:graphicFrameChg chg="add mod modGraphic">
          <ac:chgData name="David Hoyle" userId="235831776b2d7bf9" providerId="LiveId" clId="{424CF4DE-7678-4F3C-A76F-ABB3B27A05B2}" dt="2026-04-18T13:46:38.175" v="15190" actId="1036"/>
          <ac:graphicFrameMkLst>
            <pc:docMk/>
            <pc:sldMk cId="3862585059" sldId="297"/>
            <ac:graphicFrameMk id="3" creationId="{367B3E14-DE5B-0E7E-9426-8476B5ABFA96}"/>
          </ac:graphicFrameMkLst>
        </pc:graphicFrameChg>
        <pc:graphicFrameChg chg="mod modGraphic">
          <ac:chgData name="David Hoyle" userId="235831776b2d7bf9" providerId="LiveId" clId="{424CF4DE-7678-4F3C-A76F-ABB3B27A05B2}" dt="2026-04-18T13:46:38.175" v="15190" actId="1036"/>
          <ac:graphicFrameMkLst>
            <pc:docMk/>
            <pc:sldMk cId="3862585059" sldId="297"/>
            <ac:graphicFrameMk id="5" creationId="{8C68220E-A2EE-F7D2-EDBD-5E118D11CEB1}"/>
          </ac:graphicFrameMkLst>
        </pc:graphicFrameChg>
      </pc:sldChg>
      <pc:sldChg chg="addSp delSp modSp add mod delAnim modAnim modNotesTx">
        <pc:chgData name="David Hoyle" userId="235831776b2d7bf9" providerId="LiveId" clId="{424CF4DE-7678-4F3C-A76F-ABB3B27A05B2}" dt="2026-04-26T22:58:51.957" v="110902" actId="20577"/>
        <pc:sldMkLst>
          <pc:docMk/>
          <pc:sldMk cId="3710500805" sldId="298"/>
        </pc:sldMkLst>
        <pc:spChg chg="mod">
          <ac:chgData name="David Hoyle" userId="235831776b2d7bf9" providerId="LiveId" clId="{424CF4DE-7678-4F3C-A76F-ABB3B27A05B2}" dt="2026-04-22T13:32:15.812" v="39866" actId="20577"/>
          <ac:spMkLst>
            <pc:docMk/>
            <pc:sldMk cId="3710500805" sldId="298"/>
            <ac:spMk id="2" creationId="{C72155F1-BE19-3CAF-1844-9672C6C9A5A5}"/>
          </ac:spMkLst>
        </pc:spChg>
        <pc:spChg chg="add mod">
          <ac:chgData name="David Hoyle" userId="235831776b2d7bf9" providerId="LiveId" clId="{424CF4DE-7678-4F3C-A76F-ABB3B27A05B2}" dt="2026-04-19T12:59:11.652" v="22309" actId="5793"/>
          <ac:spMkLst>
            <pc:docMk/>
            <pc:sldMk cId="3710500805" sldId="298"/>
            <ac:spMk id="8" creationId="{CCCE96BB-080F-3E5A-E14E-3360604F4D6F}"/>
          </ac:spMkLst>
        </pc:spChg>
      </pc:sldChg>
      <pc:sldChg chg="addSp delSp modSp add mod modAnim modNotesTx">
        <pc:chgData name="David Hoyle" userId="235831776b2d7bf9" providerId="LiveId" clId="{424CF4DE-7678-4F3C-A76F-ABB3B27A05B2}" dt="2026-04-26T22:58:56.577" v="110903" actId="20577"/>
        <pc:sldMkLst>
          <pc:docMk/>
          <pc:sldMk cId="4206879986" sldId="299"/>
        </pc:sldMkLst>
        <pc:spChg chg="mod">
          <ac:chgData name="David Hoyle" userId="235831776b2d7bf9" providerId="LiveId" clId="{424CF4DE-7678-4F3C-A76F-ABB3B27A05B2}" dt="2026-04-22T13:32:20.602" v="39871" actId="20577"/>
          <ac:spMkLst>
            <pc:docMk/>
            <pc:sldMk cId="4206879986" sldId="299"/>
            <ac:spMk id="2" creationId="{1ED5D3B3-EDFB-F430-1A50-E45DB4EE9129}"/>
          </ac:spMkLst>
        </pc:spChg>
        <pc:spChg chg="mod">
          <ac:chgData name="David Hoyle" userId="235831776b2d7bf9" providerId="LiveId" clId="{424CF4DE-7678-4F3C-A76F-ABB3B27A05B2}" dt="2026-04-18T14:21:26.294" v="16457" actId="5793"/>
          <ac:spMkLst>
            <pc:docMk/>
            <pc:sldMk cId="4206879986" sldId="299"/>
            <ac:spMk id="8" creationId="{088F24AF-AC59-35B9-0C24-915BBF09B4C7}"/>
          </ac:spMkLst>
        </pc:spChg>
      </pc:sldChg>
      <pc:sldChg chg="addSp delSp modSp add mod modAnim modNotesTx">
        <pc:chgData name="David Hoyle" userId="235831776b2d7bf9" providerId="LiveId" clId="{424CF4DE-7678-4F3C-A76F-ABB3B27A05B2}" dt="2026-04-26T22:58:59.662" v="110904" actId="20577"/>
        <pc:sldMkLst>
          <pc:docMk/>
          <pc:sldMk cId="1472057361" sldId="300"/>
        </pc:sldMkLst>
        <pc:spChg chg="mod">
          <ac:chgData name="David Hoyle" userId="235831776b2d7bf9" providerId="LiveId" clId="{424CF4DE-7678-4F3C-A76F-ABB3B27A05B2}" dt="2026-04-22T13:32:25.333" v="39876" actId="20577"/>
          <ac:spMkLst>
            <pc:docMk/>
            <pc:sldMk cId="1472057361" sldId="300"/>
            <ac:spMk id="2" creationId="{C3837F82-EBBB-36BA-4CE5-1585EEB908D7}"/>
          </ac:spMkLst>
        </pc:spChg>
        <pc:spChg chg="add mod">
          <ac:chgData name="David Hoyle" userId="235831776b2d7bf9" providerId="LiveId" clId="{424CF4DE-7678-4F3C-A76F-ABB3B27A05B2}" dt="2026-04-24T14:26:05.208" v="50196" actId="1076"/>
          <ac:spMkLst>
            <pc:docMk/>
            <pc:sldMk cId="1472057361" sldId="300"/>
            <ac:spMk id="3" creationId="{C9B1B02E-0613-25F2-29D0-27639A7856A2}"/>
          </ac:spMkLst>
        </pc:spChg>
        <pc:spChg chg="add mod">
          <ac:chgData name="David Hoyle" userId="235831776b2d7bf9" providerId="LiveId" clId="{424CF4DE-7678-4F3C-A76F-ABB3B27A05B2}" dt="2026-04-19T13:05:26.520" v="22510" actId="1076"/>
          <ac:spMkLst>
            <pc:docMk/>
            <pc:sldMk cId="1472057361" sldId="300"/>
            <ac:spMk id="5" creationId="{B4A3CCB8-1B36-916E-A064-D6F2522723ED}"/>
          </ac:spMkLst>
        </pc:spChg>
        <pc:spChg chg="add mod">
          <ac:chgData name="David Hoyle" userId="235831776b2d7bf9" providerId="LiveId" clId="{424CF4DE-7678-4F3C-A76F-ABB3B27A05B2}" dt="2026-04-18T16:16:56.646" v="17684" actId="20577"/>
          <ac:spMkLst>
            <pc:docMk/>
            <pc:sldMk cId="1472057361" sldId="300"/>
            <ac:spMk id="6" creationId="{CA668974-FDFF-4B21-BB55-BEC249CD2A4C}"/>
          </ac:spMkLst>
        </pc:spChg>
        <pc:spChg chg="mod">
          <ac:chgData name="David Hoyle" userId="235831776b2d7bf9" providerId="LiveId" clId="{424CF4DE-7678-4F3C-A76F-ABB3B27A05B2}" dt="2026-04-18T14:23:54.829" v="16727" actId="20577"/>
          <ac:spMkLst>
            <pc:docMk/>
            <pc:sldMk cId="1472057361" sldId="300"/>
            <ac:spMk id="8" creationId="{D525B79E-DCC2-A2E4-314A-8D92EFC2C35B}"/>
          </ac:spMkLst>
        </pc:spChg>
      </pc:sldChg>
      <pc:sldChg chg="addSp delSp modSp add mod modAnim modNotesTx">
        <pc:chgData name="David Hoyle" userId="235831776b2d7bf9" providerId="LiveId" clId="{424CF4DE-7678-4F3C-A76F-ABB3B27A05B2}" dt="2026-04-26T22:59:12.297" v="110908" actId="20577"/>
        <pc:sldMkLst>
          <pc:docMk/>
          <pc:sldMk cId="1576435426" sldId="301"/>
        </pc:sldMkLst>
        <pc:spChg chg="mod">
          <ac:chgData name="David Hoyle" userId="235831776b2d7bf9" providerId="LiveId" clId="{424CF4DE-7678-4F3C-A76F-ABB3B27A05B2}" dt="2026-04-22T13:32:45.218" v="39899" actId="20577"/>
          <ac:spMkLst>
            <pc:docMk/>
            <pc:sldMk cId="1576435426" sldId="301"/>
            <ac:spMk id="2" creationId="{8A681085-85A5-BE54-AC34-411AF0C3528F}"/>
          </ac:spMkLst>
        </pc:spChg>
        <pc:spChg chg="add mod">
          <ac:chgData name="David Hoyle" userId="235831776b2d7bf9" providerId="LiveId" clId="{424CF4DE-7678-4F3C-A76F-ABB3B27A05B2}" dt="2026-04-19T09:45:41.950" v="18319" actId="1036"/>
          <ac:spMkLst>
            <pc:docMk/>
            <pc:sldMk cId="1576435426" sldId="301"/>
            <ac:spMk id="6" creationId="{2B3C53E3-266C-F5F6-74AF-B3C6569E3B22}"/>
          </ac:spMkLst>
        </pc:spChg>
        <pc:spChg chg="add mod">
          <ac:chgData name="David Hoyle" userId="235831776b2d7bf9" providerId="LiveId" clId="{424CF4DE-7678-4F3C-A76F-ABB3B27A05B2}" dt="2026-04-19T09:45:41.950" v="18319" actId="1036"/>
          <ac:spMkLst>
            <pc:docMk/>
            <pc:sldMk cId="1576435426" sldId="301"/>
            <ac:spMk id="8" creationId="{AA6CA008-12D3-9A98-7F77-D14EFC18479D}"/>
          </ac:spMkLst>
        </pc:spChg>
        <pc:spChg chg="add mod">
          <ac:chgData name="David Hoyle" userId="235831776b2d7bf9" providerId="LiveId" clId="{424CF4DE-7678-4F3C-A76F-ABB3B27A05B2}" dt="2026-04-19T09:45:41.950" v="18319" actId="1036"/>
          <ac:spMkLst>
            <pc:docMk/>
            <pc:sldMk cId="1576435426" sldId="301"/>
            <ac:spMk id="9" creationId="{78436275-19F9-FF22-92E7-4732294D5998}"/>
          </ac:spMkLst>
        </pc:spChg>
        <pc:spChg chg="add mod">
          <ac:chgData name="David Hoyle" userId="235831776b2d7bf9" providerId="LiveId" clId="{424CF4DE-7678-4F3C-A76F-ABB3B27A05B2}" dt="2026-04-22T13:38:38.927" v="40491" actId="1076"/>
          <ac:spMkLst>
            <pc:docMk/>
            <pc:sldMk cId="1576435426" sldId="301"/>
            <ac:spMk id="10" creationId="{ACBD9DC9-5DB7-9BF6-6687-D41DB6364114}"/>
          </ac:spMkLst>
        </pc:spChg>
        <pc:spChg chg="add mod">
          <ac:chgData name="David Hoyle" userId="235831776b2d7bf9" providerId="LiveId" clId="{424CF4DE-7678-4F3C-A76F-ABB3B27A05B2}" dt="2026-04-19T09:47:01.231" v="18384" actId="1076"/>
          <ac:spMkLst>
            <pc:docMk/>
            <pc:sldMk cId="1576435426" sldId="301"/>
            <ac:spMk id="11" creationId="{28107126-1296-16EA-BF63-6C82A586FDD4}"/>
          </ac:spMkLst>
        </pc:spChg>
        <pc:spChg chg="add mod">
          <ac:chgData name="David Hoyle" userId="235831776b2d7bf9" providerId="LiveId" clId="{424CF4DE-7678-4F3C-A76F-ABB3B27A05B2}" dt="2026-04-19T09:47:37.194" v="18537" actId="20577"/>
          <ac:spMkLst>
            <pc:docMk/>
            <pc:sldMk cId="1576435426" sldId="301"/>
            <ac:spMk id="12" creationId="{3C280A25-232F-9D69-4130-C6D081B833E5}"/>
          </ac:spMkLst>
        </pc:spChg>
        <pc:graphicFrameChg chg="add mod ord modGraphic">
          <ac:chgData name="David Hoyle" userId="235831776b2d7bf9" providerId="LiveId" clId="{424CF4DE-7678-4F3C-A76F-ABB3B27A05B2}" dt="2026-04-19T09:45:41.950" v="18319" actId="1036"/>
          <ac:graphicFrameMkLst>
            <pc:docMk/>
            <pc:sldMk cId="1576435426" sldId="301"/>
            <ac:graphicFrameMk id="5" creationId="{BC48210D-E889-D7A3-FC87-A95CD1D0437D}"/>
          </ac:graphicFrameMkLst>
        </pc:graphicFrameChg>
        <pc:graphicFrameChg chg="add mod modGraphic">
          <ac:chgData name="David Hoyle" userId="235831776b2d7bf9" providerId="LiveId" clId="{424CF4DE-7678-4F3C-A76F-ABB3B27A05B2}" dt="2026-04-19T09:45:41.950" v="18319" actId="1036"/>
          <ac:graphicFrameMkLst>
            <pc:docMk/>
            <pc:sldMk cId="1576435426" sldId="301"/>
            <ac:graphicFrameMk id="7" creationId="{C83738B3-BD30-4481-CAE0-DD99F3FB2C4C}"/>
          </ac:graphicFrameMkLst>
        </pc:graphicFrameChg>
      </pc:sldChg>
      <pc:sldChg chg="addSp delSp modSp add mod modAnim modNotesTx">
        <pc:chgData name="David Hoyle" userId="235831776b2d7bf9" providerId="LiveId" clId="{424CF4DE-7678-4F3C-A76F-ABB3B27A05B2}" dt="2026-04-26T22:59:22.786" v="110910" actId="20577"/>
        <pc:sldMkLst>
          <pc:docMk/>
          <pc:sldMk cId="2082083271" sldId="302"/>
        </pc:sldMkLst>
        <pc:spChg chg="mod">
          <ac:chgData name="David Hoyle" userId="235831776b2d7bf9" providerId="LiveId" clId="{424CF4DE-7678-4F3C-A76F-ABB3B27A05B2}" dt="2026-04-18T20:01:47.790" v="17762" actId="20577"/>
          <ac:spMkLst>
            <pc:docMk/>
            <pc:sldMk cId="2082083271" sldId="302"/>
            <ac:spMk id="2" creationId="{C5FC8F2B-42D0-77A0-EF10-719E07DFF8D5}"/>
          </ac:spMkLst>
        </pc:spChg>
        <pc:spChg chg="add mod">
          <ac:chgData name="David Hoyle" userId="235831776b2d7bf9" providerId="LiveId" clId="{424CF4DE-7678-4F3C-A76F-ABB3B27A05B2}" dt="2026-04-19T10:14:35.380" v="20639" actId="164"/>
          <ac:spMkLst>
            <pc:docMk/>
            <pc:sldMk cId="2082083271" sldId="302"/>
            <ac:spMk id="7" creationId="{E7A2E206-C00A-476C-0A8F-1A816F1F374E}"/>
          </ac:spMkLst>
        </pc:spChg>
        <pc:spChg chg="add mod">
          <ac:chgData name="David Hoyle" userId="235831776b2d7bf9" providerId="LiveId" clId="{424CF4DE-7678-4F3C-A76F-ABB3B27A05B2}" dt="2026-04-19T10:14:44.727" v="20640" actId="164"/>
          <ac:spMkLst>
            <pc:docMk/>
            <pc:sldMk cId="2082083271" sldId="302"/>
            <ac:spMk id="8" creationId="{7F1CB991-A200-DD25-9AFE-27779455AA01}"/>
          </ac:spMkLst>
        </pc:spChg>
        <pc:spChg chg="add mod">
          <ac:chgData name="David Hoyle" userId="235831776b2d7bf9" providerId="LiveId" clId="{424CF4DE-7678-4F3C-A76F-ABB3B27A05B2}" dt="2026-04-19T10:14:25.681" v="20638" actId="164"/>
          <ac:spMkLst>
            <pc:docMk/>
            <pc:sldMk cId="2082083271" sldId="302"/>
            <ac:spMk id="9" creationId="{F9ACB5C0-2FCC-C46B-847B-BF34BF3FF68D}"/>
          </ac:spMkLst>
        </pc:spChg>
        <pc:spChg chg="add mod">
          <ac:chgData name="David Hoyle" userId="235831776b2d7bf9" providerId="LiveId" clId="{424CF4DE-7678-4F3C-A76F-ABB3B27A05B2}" dt="2026-04-19T10:14:25.681" v="20638" actId="164"/>
          <ac:spMkLst>
            <pc:docMk/>
            <pc:sldMk cId="2082083271" sldId="302"/>
            <ac:spMk id="10" creationId="{C5F0E447-9A34-4CAD-99AB-C569C47B818E}"/>
          </ac:spMkLst>
        </pc:spChg>
        <pc:spChg chg="add mod">
          <ac:chgData name="David Hoyle" userId="235831776b2d7bf9" providerId="LiveId" clId="{424CF4DE-7678-4F3C-A76F-ABB3B27A05B2}" dt="2026-04-19T10:14:25.681" v="20638" actId="164"/>
          <ac:spMkLst>
            <pc:docMk/>
            <pc:sldMk cId="2082083271" sldId="302"/>
            <ac:spMk id="11" creationId="{7E4F912D-C7FC-25B1-36F1-5AF860603F0F}"/>
          </ac:spMkLst>
        </pc:spChg>
        <pc:spChg chg="add mod">
          <ac:chgData name="David Hoyle" userId="235831776b2d7bf9" providerId="LiveId" clId="{424CF4DE-7678-4F3C-A76F-ABB3B27A05B2}" dt="2026-04-19T10:12:57.351" v="20602" actId="164"/>
          <ac:spMkLst>
            <pc:docMk/>
            <pc:sldMk cId="2082083271" sldId="302"/>
            <ac:spMk id="12" creationId="{4277B673-8953-FBBF-DC1B-1CFC895E8FA7}"/>
          </ac:spMkLst>
        </pc:spChg>
        <pc:spChg chg="add mod">
          <ac:chgData name="David Hoyle" userId="235831776b2d7bf9" providerId="LiveId" clId="{424CF4DE-7678-4F3C-A76F-ABB3B27A05B2}" dt="2026-04-19T10:12:57.351" v="20602" actId="164"/>
          <ac:spMkLst>
            <pc:docMk/>
            <pc:sldMk cId="2082083271" sldId="302"/>
            <ac:spMk id="13" creationId="{B81E32CD-A50C-2E32-610A-6BBE4DA40E47}"/>
          </ac:spMkLst>
        </pc:spChg>
        <pc:spChg chg="add mod">
          <ac:chgData name="David Hoyle" userId="235831776b2d7bf9" providerId="LiveId" clId="{424CF4DE-7678-4F3C-A76F-ABB3B27A05B2}" dt="2026-04-19T10:12:57.351" v="20602" actId="164"/>
          <ac:spMkLst>
            <pc:docMk/>
            <pc:sldMk cId="2082083271" sldId="302"/>
            <ac:spMk id="14" creationId="{B0EA537E-1B4D-C849-6B7D-0DBB20BABA29}"/>
          </ac:spMkLst>
        </pc:spChg>
        <pc:spChg chg="add mod">
          <ac:chgData name="David Hoyle" userId="235831776b2d7bf9" providerId="LiveId" clId="{424CF4DE-7678-4F3C-A76F-ABB3B27A05B2}" dt="2026-04-19T10:12:57.351" v="20602" actId="164"/>
          <ac:spMkLst>
            <pc:docMk/>
            <pc:sldMk cId="2082083271" sldId="302"/>
            <ac:spMk id="15" creationId="{19A597D2-8C5D-8783-89C1-D3E9B5553FA7}"/>
          </ac:spMkLst>
        </pc:spChg>
        <pc:spChg chg="add mod">
          <ac:chgData name="David Hoyle" userId="235831776b2d7bf9" providerId="LiveId" clId="{424CF4DE-7678-4F3C-A76F-ABB3B27A05B2}" dt="2026-04-19T10:14:16.658" v="20637" actId="164"/>
          <ac:spMkLst>
            <pc:docMk/>
            <pc:sldMk cId="2082083271" sldId="302"/>
            <ac:spMk id="17" creationId="{D2900FA4-078B-58D5-9A0F-4A0FBC99AE84}"/>
          </ac:spMkLst>
        </pc:spChg>
        <pc:spChg chg="add mod">
          <ac:chgData name="David Hoyle" userId="235831776b2d7bf9" providerId="LiveId" clId="{424CF4DE-7678-4F3C-A76F-ABB3B27A05B2}" dt="2026-04-19T10:18:42.179" v="20967" actId="1076"/>
          <ac:spMkLst>
            <pc:docMk/>
            <pc:sldMk cId="2082083271" sldId="302"/>
            <ac:spMk id="23" creationId="{B438941D-4EB3-EECE-6569-061DFAE20908}"/>
          </ac:spMkLst>
        </pc:spChg>
        <pc:grpChg chg="add mod">
          <ac:chgData name="David Hoyle" userId="235831776b2d7bf9" providerId="LiveId" clId="{424CF4DE-7678-4F3C-A76F-ABB3B27A05B2}" dt="2026-04-19T10:14:16.658" v="20637" actId="164"/>
          <ac:grpSpMkLst>
            <pc:docMk/>
            <pc:sldMk cId="2082083271" sldId="302"/>
            <ac:grpSpMk id="16" creationId="{B95E9B29-52CC-29F6-FE5E-7D3FF4386D1A}"/>
          </ac:grpSpMkLst>
        </pc:grpChg>
        <pc:grpChg chg="add mod">
          <ac:chgData name="David Hoyle" userId="235831776b2d7bf9" providerId="LiveId" clId="{424CF4DE-7678-4F3C-A76F-ABB3B27A05B2}" dt="2026-04-19T10:15:22.410" v="20699" actId="1035"/>
          <ac:grpSpMkLst>
            <pc:docMk/>
            <pc:sldMk cId="2082083271" sldId="302"/>
            <ac:grpSpMk id="18" creationId="{3854888C-4924-14B7-BB3E-9FAB4A3711D2}"/>
          </ac:grpSpMkLst>
        </pc:grpChg>
        <pc:grpChg chg="add mod">
          <ac:chgData name="David Hoyle" userId="235831776b2d7bf9" providerId="LiveId" clId="{424CF4DE-7678-4F3C-A76F-ABB3B27A05B2}" dt="2026-04-19T10:14:56.646" v="20641" actId="164"/>
          <ac:grpSpMkLst>
            <pc:docMk/>
            <pc:sldMk cId="2082083271" sldId="302"/>
            <ac:grpSpMk id="19" creationId="{BE490595-60A1-D66F-8653-82E5D46B247B}"/>
          </ac:grpSpMkLst>
        </pc:grpChg>
        <pc:grpChg chg="add mod">
          <ac:chgData name="David Hoyle" userId="235831776b2d7bf9" providerId="LiveId" clId="{424CF4DE-7678-4F3C-A76F-ABB3B27A05B2}" dt="2026-04-19T10:14:56.646" v="20641" actId="164"/>
          <ac:grpSpMkLst>
            <pc:docMk/>
            <pc:sldMk cId="2082083271" sldId="302"/>
            <ac:grpSpMk id="20" creationId="{16CFF2C4-513C-036F-7AA8-D65AEDACE961}"/>
          </ac:grpSpMkLst>
        </pc:grpChg>
        <pc:grpChg chg="add mod">
          <ac:chgData name="David Hoyle" userId="235831776b2d7bf9" providerId="LiveId" clId="{424CF4DE-7678-4F3C-A76F-ABB3B27A05B2}" dt="2026-04-19T10:14:56.646" v="20641" actId="164"/>
          <ac:grpSpMkLst>
            <pc:docMk/>
            <pc:sldMk cId="2082083271" sldId="302"/>
            <ac:grpSpMk id="21" creationId="{6B8E5A78-2AE3-8998-CA61-D986300808D9}"/>
          </ac:grpSpMkLst>
        </pc:grpChg>
        <pc:grpChg chg="add mod">
          <ac:chgData name="David Hoyle" userId="235831776b2d7bf9" providerId="LiveId" clId="{424CF4DE-7678-4F3C-A76F-ABB3B27A05B2}" dt="2026-04-19T10:15:22.410" v="20699" actId="1035"/>
          <ac:grpSpMkLst>
            <pc:docMk/>
            <pc:sldMk cId="2082083271" sldId="302"/>
            <ac:grpSpMk id="22" creationId="{D94EA4D3-8757-744D-D28C-39B0AA65B70B}"/>
          </ac:grpSpMkLst>
        </pc:grpChg>
        <pc:graphicFrameChg chg="add mod">
          <ac:chgData name="David Hoyle" userId="235831776b2d7bf9" providerId="LiveId" clId="{424CF4DE-7678-4F3C-A76F-ABB3B27A05B2}" dt="2026-04-19T10:14:35.380" v="20639" actId="164"/>
          <ac:graphicFrameMkLst>
            <pc:docMk/>
            <pc:sldMk cId="2082083271" sldId="302"/>
            <ac:graphicFrameMk id="5" creationId="{A0FD39E0-A4B7-DA09-8AF4-0713E2B39A62}"/>
          </ac:graphicFrameMkLst>
        </pc:graphicFrameChg>
        <pc:graphicFrameChg chg="add mod modGraphic">
          <ac:chgData name="David Hoyle" userId="235831776b2d7bf9" providerId="LiveId" clId="{424CF4DE-7678-4F3C-A76F-ABB3B27A05B2}" dt="2026-04-19T10:14:44.727" v="20640" actId="164"/>
          <ac:graphicFrameMkLst>
            <pc:docMk/>
            <pc:sldMk cId="2082083271" sldId="302"/>
            <ac:graphicFrameMk id="6" creationId="{D0690A06-2587-E88E-AE42-C44D3E08DD37}"/>
          </ac:graphicFrameMkLst>
        </pc:graphicFrameChg>
      </pc:sldChg>
      <pc:sldChg chg="addSp delSp modSp add mod addAnim delAnim modAnim modNotesTx">
        <pc:chgData name="David Hoyle" userId="235831776b2d7bf9" providerId="LiveId" clId="{424CF4DE-7678-4F3C-A76F-ABB3B27A05B2}" dt="2026-04-26T22:59:15.337" v="110909" actId="20577"/>
        <pc:sldMkLst>
          <pc:docMk/>
          <pc:sldMk cId="2655921640" sldId="303"/>
        </pc:sldMkLst>
        <pc:spChg chg="mod">
          <ac:chgData name="David Hoyle" userId="235831776b2d7bf9" providerId="LiveId" clId="{424CF4DE-7678-4F3C-A76F-ABB3B27A05B2}" dt="2026-04-22T13:39:19.814" v="40499" actId="1076"/>
          <ac:spMkLst>
            <pc:docMk/>
            <pc:sldMk cId="2655921640" sldId="303"/>
            <ac:spMk id="2" creationId="{6E070AD1-8A0F-2C31-8AF5-0E23E7F855B1}"/>
          </ac:spMkLst>
        </pc:spChg>
        <pc:spChg chg="add mod">
          <ac:chgData name="David Hoyle" userId="235831776b2d7bf9" providerId="LiveId" clId="{424CF4DE-7678-4F3C-A76F-ABB3B27A05B2}" dt="2026-04-19T10:03:33.737" v="19862" actId="164"/>
          <ac:spMkLst>
            <pc:docMk/>
            <pc:sldMk cId="2655921640" sldId="303"/>
            <ac:spMk id="3" creationId="{0E7489FE-DE8C-2D1F-47C8-340C639A48E2}"/>
          </ac:spMkLst>
        </pc:spChg>
        <pc:spChg chg="mod">
          <ac:chgData name="David Hoyle" userId="235831776b2d7bf9" providerId="LiveId" clId="{424CF4DE-7678-4F3C-A76F-ABB3B27A05B2}" dt="2026-04-19T10:03:33.737" v="19862" actId="164"/>
          <ac:spMkLst>
            <pc:docMk/>
            <pc:sldMk cId="2655921640" sldId="303"/>
            <ac:spMk id="8" creationId="{B7DFD51E-CBF5-EE9D-9301-54BA080D9C5E}"/>
          </ac:spMkLst>
        </pc:spChg>
        <pc:spChg chg="mod">
          <ac:chgData name="David Hoyle" userId="235831776b2d7bf9" providerId="LiveId" clId="{424CF4DE-7678-4F3C-A76F-ABB3B27A05B2}" dt="2026-04-19T10:03:33.737" v="19862" actId="164"/>
          <ac:spMkLst>
            <pc:docMk/>
            <pc:sldMk cId="2655921640" sldId="303"/>
            <ac:spMk id="11" creationId="{3C5317AF-2E1D-B38B-9496-2B8FA63DCD8F}"/>
          </ac:spMkLst>
        </pc:spChg>
        <pc:spChg chg="mod">
          <ac:chgData name="David Hoyle" userId="235831776b2d7bf9" providerId="LiveId" clId="{424CF4DE-7678-4F3C-A76F-ABB3B27A05B2}" dt="2026-04-19T10:02:37.444" v="19859" actId="164"/>
          <ac:spMkLst>
            <pc:docMk/>
            <pc:sldMk cId="2655921640" sldId="303"/>
            <ac:spMk id="12" creationId="{B6273231-1B5D-A006-752B-84EDFB829860}"/>
          </ac:spMkLst>
        </pc:spChg>
        <pc:spChg chg="add mod">
          <ac:chgData name="David Hoyle" userId="235831776b2d7bf9" providerId="LiveId" clId="{424CF4DE-7678-4F3C-A76F-ABB3B27A05B2}" dt="2026-04-19T10:03:33.737" v="19862" actId="164"/>
          <ac:spMkLst>
            <pc:docMk/>
            <pc:sldMk cId="2655921640" sldId="303"/>
            <ac:spMk id="13" creationId="{14DDC2C4-B8D9-7763-F6D2-A5CDCECD4FFE}"/>
          </ac:spMkLst>
        </pc:spChg>
        <pc:spChg chg="add mod">
          <ac:chgData name="David Hoyle" userId="235831776b2d7bf9" providerId="LiveId" clId="{424CF4DE-7678-4F3C-A76F-ABB3B27A05B2}" dt="2026-04-25T20:04:10.413" v="78796" actId="20577"/>
          <ac:spMkLst>
            <pc:docMk/>
            <pc:sldMk cId="2655921640" sldId="303"/>
            <ac:spMk id="38" creationId="{219E0943-F71C-6514-455D-46F710A8C175}"/>
          </ac:spMkLst>
        </pc:spChg>
        <pc:spChg chg="add mod">
          <ac:chgData name="David Hoyle" userId="235831776b2d7bf9" providerId="LiveId" clId="{424CF4DE-7678-4F3C-A76F-ABB3B27A05B2}" dt="2026-04-19T10:02:37.444" v="19859" actId="164"/>
          <ac:spMkLst>
            <pc:docMk/>
            <pc:sldMk cId="2655921640" sldId="303"/>
            <ac:spMk id="39" creationId="{BEDEB0E7-6E7D-827B-82C1-6CCB35BAC9C8}"/>
          </ac:spMkLst>
        </pc:spChg>
        <pc:spChg chg="add mod">
          <ac:chgData name="David Hoyle" userId="235831776b2d7bf9" providerId="LiveId" clId="{424CF4DE-7678-4F3C-A76F-ABB3B27A05B2}" dt="2026-04-22T13:42:23.078" v="40766" actId="1076"/>
          <ac:spMkLst>
            <pc:docMk/>
            <pc:sldMk cId="2655921640" sldId="303"/>
            <ac:spMk id="54" creationId="{EBE2FEEC-F7AD-B2CB-FDB0-D142679821BD}"/>
          </ac:spMkLst>
        </pc:spChg>
        <pc:grpChg chg="add mod">
          <ac:chgData name="David Hoyle" userId="235831776b2d7bf9" providerId="LiveId" clId="{424CF4DE-7678-4F3C-A76F-ABB3B27A05B2}" dt="2026-04-19T10:02:46.346" v="19860" actId="164"/>
          <ac:grpSpMkLst>
            <pc:docMk/>
            <pc:sldMk cId="2655921640" sldId="303"/>
            <ac:grpSpMk id="51" creationId="{97F0042E-9DFB-FF0F-9A99-C28F63AA7BBA}"/>
          </ac:grpSpMkLst>
        </pc:grpChg>
        <pc:grpChg chg="add mod">
          <ac:chgData name="David Hoyle" userId="235831776b2d7bf9" providerId="LiveId" clId="{424CF4DE-7678-4F3C-A76F-ABB3B27A05B2}" dt="2026-04-19T10:02:46.346" v="19860" actId="164"/>
          <ac:grpSpMkLst>
            <pc:docMk/>
            <pc:sldMk cId="2655921640" sldId="303"/>
            <ac:grpSpMk id="52" creationId="{3EEB9822-AC02-416F-F249-7ADA539BDEA4}"/>
          </ac:grpSpMkLst>
        </pc:grpChg>
        <pc:grpChg chg="add mod">
          <ac:chgData name="David Hoyle" userId="235831776b2d7bf9" providerId="LiveId" clId="{424CF4DE-7678-4F3C-A76F-ABB3B27A05B2}" dt="2026-04-19T10:03:33.737" v="19862" actId="164"/>
          <ac:grpSpMkLst>
            <pc:docMk/>
            <pc:sldMk cId="2655921640" sldId="303"/>
            <ac:grpSpMk id="53" creationId="{A7B2641C-F87C-2B08-45F6-D29B039BE5A4}"/>
          </ac:grpSpMkLst>
        </pc:grpChg>
        <pc:graphicFrameChg chg="mod">
          <ac:chgData name="David Hoyle" userId="235831776b2d7bf9" providerId="LiveId" clId="{424CF4DE-7678-4F3C-A76F-ABB3B27A05B2}" dt="2026-04-19T09:50:16.132" v="18747" actId="1035"/>
          <ac:graphicFrameMkLst>
            <pc:docMk/>
            <pc:sldMk cId="2655921640" sldId="303"/>
            <ac:graphicFrameMk id="5" creationId="{38C033A0-3BAE-2D4D-E451-8C7933E6C50D}"/>
          </ac:graphicFrameMkLst>
        </pc:graphicFrameChg>
        <pc:graphicFrameChg chg="mod modGraphic">
          <ac:chgData name="David Hoyle" userId="235831776b2d7bf9" providerId="LiveId" clId="{424CF4DE-7678-4F3C-A76F-ABB3B27A05B2}" dt="2026-04-19T09:55:16.110" v="19156" actId="1036"/>
          <ac:graphicFrameMkLst>
            <pc:docMk/>
            <pc:sldMk cId="2655921640" sldId="303"/>
            <ac:graphicFrameMk id="7" creationId="{E8EEC912-88F1-EBF0-1952-D0E54245DEBF}"/>
          </ac:graphicFrameMkLst>
        </pc:graphicFrameChg>
        <pc:graphicFrameChg chg="add mod">
          <ac:chgData name="David Hoyle" userId="235831776b2d7bf9" providerId="LiveId" clId="{424CF4DE-7678-4F3C-A76F-ABB3B27A05B2}" dt="2026-04-19T09:54:58.696" v="19047" actId="1037"/>
          <ac:graphicFrameMkLst>
            <pc:docMk/>
            <pc:sldMk cId="2655921640" sldId="303"/>
            <ac:graphicFrameMk id="25" creationId="{6BAC4D3F-A7C3-0AB0-3070-EE148E3C41FE}"/>
          </ac:graphicFrameMkLst>
        </pc:graphicFrameChg>
        <pc:graphicFrameChg chg="add mod">
          <ac:chgData name="David Hoyle" userId="235831776b2d7bf9" providerId="LiveId" clId="{424CF4DE-7678-4F3C-A76F-ABB3B27A05B2}" dt="2026-04-19T09:55:07.567" v="19126" actId="1038"/>
          <ac:graphicFrameMkLst>
            <pc:docMk/>
            <pc:sldMk cId="2655921640" sldId="303"/>
            <ac:graphicFrameMk id="26" creationId="{CA41A050-3BF3-D604-029E-81A7B6886095}"/>
          </ac:graphicFrameMkLst>
        </pc:graphicFrameChg>
        <pc:graphicFrameChg chg="add mod modGraphic">
          <ac:chgData name="David Hoyle" userId="235831776b2d7bf9" providerId="LiveId" clId="{424CF4DE-7678-4F3C-A76F-ABB3B27A05B2}" dt="2026-04-19T10:02:46.346" v="19860" actId="164"/>
          <ac:graphicFrameMkLst>
            <pc:docMk/>
            <pc:sldMk cId="2655921640" sldId="303"/>
            <ac:graphicFrameMk id="37" creationId="{6DD47B7B-1A64-F0E2-B0FA-2036A1ECDFE4}"/>
          </ac:graphicFrameMkLst>
        </pc:graphicFrameChg>
        <pc:cxnChg chg="add mod">
          <ac:chgData name="David Hoyle" userId="235831776b2d7bf9" providerId="LiveId" clId="{424CF4DE-7678-4F3C-A76F-ABB3B27A05B2}" dt="2026-04-19T09:52:40.711" v="18822" actId="1036"/>
          <ac:cxnSpMkLst>
            <pc:docMk/>
            <pc:sldMk cId="2655921640" sldId="303"/>
            <ac:cxnSpMk id="15" creationId="{C11F5651-5417-E9D9-CD19-4B75137CC191}"/>
          </ac:cxnSpMkLst>
        </pc:cxnChg>
        <pc:cxnChg chg="add mod">
          <ac:chgData name="David Hoyle" userId="235831776b2d7bf9" providerId="LiveId" clId="{424CF4DE-7678-4F3C-A76F-ABB3B27A05B2}" dt="2026-04-19T10:03:33.737" v="19862" actId="164"/>
          <ac:cxnSpMkLst>
            <pc:docMk/>
            <pc:sldMk cId="2655921640" sldId="303"/>
            <ac:cxnSpMk id="17" creationId="{0EA81372-BF4B-BFE5-0BF5-44E3F2F979EC}"/>
          </ac:cxnSpMkLst>
        </pc:cxnChg>
        <pc:cxnChg chg="add mod">
          <ac:chgData name="David Hoyle" userId="235831776b2d7bf9" providerId="LiveId" clId="{424CF4DE-7678-4F3C-A76F-ABB3B27A05B2}" dt="2026-04-19T10:03:33.737" v="19862" actId="164"/>
          <ac:cxnSpMkLst>
            <pc:docMk/>
            <pc:sldMk cId="2655921640" sldId="303"/>
            <ac:cxnSpMk id="22" creationId="{F75CA568-00F6-1A9F-75E3-CEEA14E83691}"/>
          </ac:cxnSpMkLst>
        </pc:cxnChg>
        <pc:cxnChg chg="add mod">
          <ac:chgData name="David Hoyle" userId="235831776b2d7bf9" providerId="LiveId" clId="{424CF4DE-7678-4F3C-A76F-ABB3B27A05B2}" dt="2026-04-19T10:03:33.737" v="19862" actId="164"/>
          <ac:cxnSpMkLst>
            <pc:docMk/>
            <pc:sldMk cId="2655921640" sldId="303"/>
            <ac:cxnSpMk id="27" creationId="{E68440A7-980C-8D5D-6111-26904A5158DD}"/>
          </ac:cxnSpMkLst>
        </pc:cxnChg>
        <pc:cxnChg chg="add mod">
          <ac:chgData name="David Hoyle" userId="235831776b2d7bf9" providerId="LiveId" clId="{424CF4DE-7678-4F3C-A76F-ABB3B27A05B2}" dt="2026-04-19T10:03:33.737" v="19862" actId="164"/>
          <ac:cxnSpMkLst>
            <pc:docMk/>
            <pc:sldMk cId="2655921640" sldId="303"/>
            <ac:cxnSpMk id="30" creationId="{9CADFB27-385D-361F-51A1-08098DB87177}"/>
          </ac:cxnSpMkLst>
        </pc:cxnChg>
        <pc:cxnChg chg="add mod">
          <ac:chgData name="David Hoyle" userId="235831776b2d7bf9" providerId="LiveId" clId="{424CF4DE-7678-4F3C-A76F-ABB3B27A05B2}" dt="2026-04-19T10:03:33.737" v="19862" actId="164"/>
          <ac:cxnSpMkLst>
            <pc:docMk/>
            <pc:sldMk cId="2655921640" sldId="303"/>
            <ac:cxnSpMk id="34" creationId="{0E84B2FB-58BE-8772-6AA2-B504908DCAFC}"/>
          </ac:cxnSpMkLst>
        </pc:cxnChg>
        <pc:cxnChg chg="add mod">
          <ac:chgData name="David Hoyle" userId="235831776b2d7bf9" providerId="LiveId" clId="{424CF4DE-7678-4F3C-A76F-ABB3B27A05B2}" dt="2026-04-19T10:02:37.444" v="19859" actId="164"/>
          <ac:cxnSpMkLst>
            <pc:docMk/>
            <pc:sldMk cId="2655921640" sldId="303"/>
            <ac:cxnSpMk id="40" creationId="{F6ECC8B3-59C8-3A9A-E801-133F302DC86A}"/>
          </ac:cxnSpMkLst>
        </pc:cxnChg>
        <pc:cxnChg chg="add mod">
          <ac:chgData name="David Hoyle" userId="235831776b2d7bf9" providerId="LiveId" clId="{424CF4DE-7678-4F3C-A76F-ABB3B27A05B2}" dt="2026-04-19T10:02:37.444" v="19859" actId="164"/>
          <ac:cxnSpMkLst>
            <pc:docMk/>
            <pc:sldMk cId="2655921640" sldId="303"/>
            <ac:cxnSpMk id="42" creationId="{39FC3607-7813-8D5C-4CDD-AD495DA6C767}"/>
          </ac:cxnSpMkLst>
        </pc:cxnChg>
        <pc:cxnChg chg="add mod">
          <ac:chgData name="David Hoyle" userId="235831776b2d7bf9" providerId="LiveId" clId="{424CF4DE-7678-4F3C-A76F-ABB3B27A05B2}" dt="2026-04-19T10:02:37.444" v="19859" actId="164"/>
          <ac:cxnSpMkLst>
            <pc:docMk/>
            <pc:sldMk cId="2655921640" sldId="303"/>
            <ac:cxnSpMk id="48" creationId="{EF658F0E-BC08-BEF6-9DC3-6353BCE28525}"/>
          </ac:cxnSpMkLst>
        </pc:cxnChg>
      </pc:sldChg>
      <pc:sldChg chg="addSp delSp modSp add mod delAnim modAnim modNotesTx">
        <pc:chgData name="David Hoyle" userId="235831776b2d7bf9" providerId="LiveId" clId="{424CF4DE-7678-4F3C-A76F-ABB3B27A05B2}" dt="2026-04-26T22:59:28.126" v="110911" actId="20577"/>
        <pc:sldMkLst>
          <pc:docMk/>
          <pc:sldMk cId="948167400" sldId="304"/>
        </pc:sldMkLst>
        <pc:spChg chg="add mod">
          <ac:chgData name="David Hoyle" userId="235831776b2d7bf9" providerId="LiveId" clId="{424CF4DE-7678-4F3C-A76F-ABB3B27A05B2}" dt="2026-04-19T10:45:56.532" v="21541" actId="165"/>
          <ac:spMkLst>
            <pc:docMk/>
            <pc:sldMk cId="948167400" sldId="304"/>
            <ac:spMk id="3" creationId="{8A03DA3F-6F94-76B7-420F-88F02BDE9490}"/>
          </ac:spMkLst>
        </pc:spChg>
        <pc:spChg chg="mod topLvl">
          <ac:chgData name="David Hoyle" userId="235831776b2d7bf9" providerId="LiveId" clId="{424CF4DE-7678-4F3C-A76F-ABB3B27A05B2}" dt="2026-04-19T10:45:56.532" v="21541" actId="165"/>
          <ac:spMkLst>
            <pc:docMk/>
            <pc:sldMk cId="948167400" sldId="304"/>
            <ac:spMk id="14" creationId="{8A10AA63-D05A-A961-7CDE-E444F3FC0EBD}"/>
          </ac:spMkLst>
        </pc:spChg>
        <pc:spChg chg="add mod">
          <ac:chgData name="David Hoyle" userId="235831776b2d7bf9" providerId="LiveId" clId="{424CF4DE-7678-4F3C-A76F-ABB3B27A05B2}" dt="2026-04-19T10:45:56.532" v="21541" actId="165"/>
          <ac:spMkLst>
            <pc:docMk/>
            <pc:sldMk cId="948167400" sldId="304"/>
            <ac:spMk id="24" creationId="{6848EFEE-02DB-8247-5668-EEB1D66A7763}"/>
          </ac:spMkLst>
        </pc:spChg>
        <pc:spChg chg="add mod topLvl">
          <ac:chgData name="David Hoyle" userId="235831776b2d7bf9" providerId="LiveId" clId="{424CF4DE-7678-4F3C-A76F-ABB3B27A05B2}" dt="2026-04-19T10:46:12.259" v="21551" actId="164"/>
          <ac:spMkLst>
            <pc:docMk/>
            <pc:sldMk cId="948167400" sldId="304"/>
            <ac:spMk id="28" creationId="{5A101FB7-7594-ECE1-35A1-28AE1F10A0EC}"/>
          </ac:spMkLst>
        </pc:spChg>
        <pc:spChg chg="add mod">
          <ac:chgData name="David Hoyle" userId="235831776b2d7bf9" providerId="LiveId" clId="{424CF4DE-7678-4F3C-A76F-ABB3B27A05B2}" dt="2026-04-19T10:46:56.036" v="21628" actId="1037"/>
          <ac:spMkLst>
            <pc:docMk/>
            <pc:sldMk cId="948167400" sldId="304"/>
            <ac:spMk id="30" creationId="{59AA7E6F-DC6E-6D96-17ED-4BF3BD4C0C19}"/>
          </ac:spMkLst>
        </pc:spChg>
        <pc:spChg chg="add mod">
          <ac:chgData name="David Hoyle" userId="235831776b2d7bf9" providerId="LiveId" clId="{424CF4DE-7678-4F3C-A76F-ABB3B27A05B2}" dt="2026-04-19T10:50:24.007" v="21924" actId="164"/>
          <ac:spMkLst>
            <pc:docMk/>
            <pc:sldMk cId="948167400" sldId="304"/>
            <ac:spMk id="32" creationId="{4E5F7230-D392-5682-C32A-DA50F82B5213}"/>
          </ac:spMkLst>
        </pc:spChg>
        <pc:spChg chg="add mod">
          <ac:chgData name="David Hoyle" userId="235831776b2d7bf9" providerId="LiveId" clId="{424CF4DE-7678-4F3C-A76F-ABB3B27A05B2}" dt="2026-04-19T10:59:04.612" v="22275" actId="207"/>
          <ac:spMkLst>
            <pc:docMk/>
            <pc:sldMk cId="948167400" sldId="304"/>
            <ac:spMk id="33" creationId="{9D4DEBE1-B904-72C7-EF92-207CF4283BDF}"/>
          </ac:spMkLst>
        </pc:spChg>
        <pc:spChg chg="add mod">
          <ac:chgData name="David Hoyle" userId="235831776b2d7bf9" providerId="LiveId" clId="{424CF4DE-7678-4F3C-A76F-ABB3B27A05B2}" dt="2026-04-19T10:50:24.007" v="21924" actId="164"/>
          <ac:spMkLst>
            <pc:docMk/>
            <pc:sldMk cId="948167400" sldId="304"/>
            <ac:spMk id="35" creationId="{504E16E8-DD4C-2D5D-8867-129B26F22A67}"/>
          </ac:spMkLst>
        </pc:spChg>
        <pc:spChg chg="add mod">
          <ac:chgData name="David Hoyle" userId="235831776b2d7bf9" providerId="LiveId" clId="{424CF4DE-7678-4F3C-A76F-ABB3B27A05B2}" dt="2026-04-19T10:50:24.007" v="21924" actId="164"/>
          <ac:spMkLst>
            <pc:docMk/>
            <pc:sldMk cId="948167400" sldId="304"/>
            <ac:spMk id="36" creationId="{82D899D7-EA35-43CC-11C2-86AAC4944589}"/>
          </ac:spMkLst>
        </pc:spChg>
        <pc:spChg chg="add mod">
          <ac:chgData name="David Hoyle" userId="235831776b2d7bf9" providerId="LiveId" clId="{424CF4DE-7678-4F3C-A76F-ABB3B27A05B2}" dt="2026-04-19T10:51:42.686" v="22017" actId="164"/>
          <ac:spMkLst>
            <pc:docMk/>
            <pc:sldMk cId="948167400" sldId="304"/>
            <ac:spMk id="38" creationId="{309E4E41-1E40-93A3-2D0F-3742D585DE09}"/>
          </ac:spMkLst>
        </pc:spChg>
        <pc:grpChg chg="add mod topLvl">
          <ac:chgData name="David Hoyle" userId="235831776b2d7bf9" providerId="LiveId" clId="{424CF4DE-7678-4F3C-A76F-ABB3B27A05B2}" dt="2026-04-19T10:46:12.259" v="21551" actId="164"/>
          <ac:grpSpMkLst>
            <pc:docMk/>
            <pc:sldMk cId="948167400" sldId="304"/>
            <ac:grpSpMk id="25" creationId="{659A6AC8-D2F2-589C-5682-C7B92253D224}"/>
          </ac:grpSpMkLst>
        </pc:grpChg>
        <pc:grpChg chg="add mod">
          <ac:chgData name="David Hoyle" userId="235831776b2d7bf9" providerId="LiveId" clId="{424CF4DE-7678-4F3C-A76F-ABB3B27A05B2}" dt="2026-04-19T10:46:56.036" v="21628" actId="1037"/>
          <ac:grpSpMkLst>
            <pc:docMk/>
            <pc:sldMk cId="948167400" sldId="304"/>
            <ac:grpSpMk id="31" creationId="{7F9A87E4-F4F4-FCCC-261A-7D33C03DAE18}"/>
          </ac:grpSpMkLst>
        </pc:grpChg>
        <pc:grpChg chg="add mod">
          <ac:chgData name="David Hoyle" userId="235831776b2d7bf9" providerId="LiveId" clId="{424CF4DE-7678-4F3C-A76F-ABB3B27A05B2}" dt="2026-04-19T10:51:42.686" v="22017" actId="164"/>
          <ac:grpSpMkLst>
            <pc:docMk/>
            <pc:sldMk cId="948167400" sldId="304"/>
            <ac:grpSpMk id="37" creationId="{18620761-031A-01FC-B05F-73833AB3E470}"/>
          </ac:grpSpMkLst>
        </pc:grpChg>
        <pc:grpChg chg="add mod">
          <ac:chgData name="David Hoyle" userId="235831776b2d7bf9" providerId="LiveId" clId="{424CF4DE-7678-4F3C-A76F-ABB3B27A05B2}" dt="2026-04-19T10:51:42.686" v="22017" actId="164"/>
          <ac:grpSpMkLst>
            <pc:docMk/>
            <pc:sldMk cId="948167400" sldId="304"/>
            <ac:grpSpMk id="39" creationId="{D1689907-3300-827B-FF87-0F9E708E6D3A}"/>
          </ac:grpSpMkLst>
        </pc:grpChg>
        <pc:graphicFrameChg chg="add mod modGraphic">
          <ac:chgData name="David Hoyle" userId="235831776b2d7bf9" providerId="LiveId" clId="{424CF4DE-7678-4F3C-A76F-ABB3B27A05B2}" dt="2026-04-19T10:48:33.346" v="21656" actId="207"/>
          <ac:graphicFrameMkLst>
            <pc:docMk/>
            <pc:sldMk cId="948167400" sldId="304"/>
            <ac:graphicFrameMk id="27" creationId="{645CEF80-2029-1F0E-C136-4153B24B3A96}"/>
          </ac:graphicFrameMkLst>
        </pc:graphicFrameChg>
        <pc:graphicFrameChg chg="add mod modGraphic">
          <ac:chgData name="David Hoyle" userId="235831776b2d7bf9" providerId="LiveId" clId="{424CF4DE-7678-4F3C-A76F-ABB3B27A05B2}" dt="2026-04-19T10:50:24.007" v="21924" actId="164"/>
          <ac:graphicFrameMkLst>
            <pc:docMk/>
            <pc:sldMk cId="948167400" sldId="304"/>
            <ac:graphicFrameMk id="34" creationId="{0DD5B963-D13C-5FC5-F2F9-E39C252051AE}"/>
          </ac:graphicFrameMkLst>
        </pc:graphicFrameChg>
      </pc:sldChg>
      <pc:sldChg chg="addSp delSp modSp add mod delAnim modAnim modNotesTx">
        <pc:chgData name="David Hoyle" userId="235831776b2d7bf9" providerId="LiveId" clId="{424CF4DE-7678-4F3C-A76F-ABB3B27A05B2}" dt="2026-04-26T22:59:31.289" v="110912" actId="20577"/>
        <pc:sldMkLst>
          <pc:docMk/>
          <pc:sldMk cId="825433553" sldId="305"/>
        </pc:sldMkLst>
        <pc:spChg chg="mod">
          <ac:chgData name="David Hoyle" userId="235831776b2d7bf9" providerId="LiveId" clId="{424CF4DE-7678-4F3C-A76F-ABB3B27A05B2}" dt="2026-04-19T10:52:55.313" v="22066" actId="20577"/>
          <ac:spMkLst>
            <pc:docMk/>
            <pc:sldMk cId="825433553" sldId="305"/>
            <ac:spMk id="2" creationId="{E50DAF6D-0FAE-8043-24D5-FF0912E31770}"/>
          </ac:spMkLst>
        </pc:spChg>
        <pc:spChg chg="mod topLvl">
          <ac:chgData name="David Hoyle" userId="235831776b2d7bf9" providerId="LiveId" clId="{424CF4DE-7678-4F3C-A76F-ABB3B27A05B2}" dt="2026-04-19T14:01:07.845" v="22595" actId="164"/>
          <ac:spMkLst>
            <pc:docMk/>
            <pc:sldMk cId="825433553" sldId="305"/>
            <ac:spMk id="12" creationId="{8BCF3744-9640-B5C6-DEAE-24F81C576D58}"/>
          </ac:spMkLst>
        </pc:spChg>
        <pc:spChg chg="mod topLvl">
          <ac:chgData name="David Hoyle" userId="235831776b2d7bf9" providerId="LiveId" clId="{424CF4DE-7678-4F3C-A76F-ABB3B27A05B2}" dt="2026-04-19T14:01:37.583" v="22629" actId="1076"/>
          <ac:spMkLst>
            <pc:docMk/>
            <pc:sldMk cId="825433553" sldId="305"/>
            <ac:spMk id="18" creationId="{9E94FE71-8EA6-54AD-B37B-845767F78A96}"/>
          </ac:spMkLst>
        </pc:spChg>
        <pc:spChg chg="add mod">
          <ac:chgData name="David Hoyle" userId="235831776b2d7bf9" providerId="LiveId" clId="{424CF4DE-7678-4F3C-A76F-ABB3B27A05B2}" dt="2026-04-19T14:01:07.845" v="22595" actId="164"/>
          <ac:spMkLst>
            <pc:docMk/>
            <pc:sldMk cId="825433553" sldId="305"/>
            <ac:spMk id="19" creationId="{D8797219-7BF9-F725-6208-DCA7C803D349}"/>
          </ac:spMkLst>
        </pc:spChg>
        <pc:spChg chg="add mod">
          <ac:chgData name="David Hoyle" userId="235831776b2d7bf9" providerId="LiveId" clId="{424CF4DE-7678-4F3C-A76F-ABB3B27A05B2}" dt="2026-04-19T14:01:07.845" v="22595" actId="164"/>
          <ac:spMkLst>
            <pc:docMk/>
            <pc:sldMk cId="825433553" sldId="305"/>
            <ac:spMk id="20" creationId="{21772755-F3E4-5366-91C2-A78FEC8464C2}"/>
          </ac:spMkLst>
        </pc:spChg>
        <pc:spChg chg="add mod">
          <ac:chgData name="David Hoyle" userId="235831776b2d7bf9" providerId="LiveId" clId="{424CF4DE-7678-4F3C-A76F-ABB3B27A05B2}" dt="2026-04-19T14:03:02.515" v="23181" actId="20577"/>
          <ac:spMkLst>
            <pc:docMk/>
            <pc:sldMk cId="825433553" sldId="305"/>
            <ac:spMk id="29" creationId="{647AA5D7-BA52-78F6-A053-F948D38EEBD7}"/>
          </ac:spMkLst>
        </pc:spChg>
        <pc:spChg chg="add mod">
          <ac:chgData name="David Hoyle" userId="235831776b2d7bf9" providerId="LiveId" clId="{424CF4DE-7678-4F3C-A76F-ABB3B27A05B2}" dt="2026-04-19T14:05:43.851" v="23207" actId="1076"/>
          <ac:spMkLst>
            <pc:docMk/>
            <pc:sldMk cId="825433553" sldId="305"/>
            <ac:spMk id="40" creationId="{5009F733-A0A6-C087-EA77-E188B18B8B98}"/>
          </ac:spMkLst>
        </pc:spChg>
        <pc:spChg chg="add mod">
          <ac:chgData name="David Hoyle" userId="235831776b2d7bf9" providerId="LiveId" clId="{424CF4DE-7678-4F3C-A76F-ABB3B27A05B2}" dt="2026-04-19T14:08:18.581" v="23490" actId="164"/>
          <ac:spMkLst>
            <pc:docMk/>
            <pc:sldMk cId="825433553" sldId="305"/>
            <ac:spMk id="44" creationId="{F43E5E03-BEC7-A299-1D24-B6064A50D19B}"/>
          </ac:spMkLst>
        </pc:spChg>
        <pc:grpChg chg="add mod">
          <ac:chgData name="David Hoyle" userId="235831776b2d7bf9" providerId="LiveId" clId="{424CF4DE-7678-4F3C-A76F-ABB3B27A05B2}" dt="2026-04-19T14:01:25.306" v="22609" actId="164"/>
          <ac:grpSpMkLst>
            <pc:docMk/>
            <pc:sldMk cId="825433553" sldId="305"/>
            <ac:grpSpMk id="21" creationId="{99E8F14F-2B09-5FCF-EDDA-B8C3AB261528}"/>
          </ac:grpSpMkLst>
        </pc:grpChg>
        <pc:grpChg chg="add mod">
          <ac:chgData name="David Hoyle" userId="235831776b2d7bf9" providerId="LiveId" clId="{424CF4DE-7678-4F3C-A76F-ABB3B27A05B2}" dt="2026-04-19T14:02:22.630" v="22951" actId="1037"/>
          <ac:grpSpMkLst>
            <pc:docMk/>
            <pc:sldMk cId="825433553" sldId="305"/>
            <ac:grpSpMk id="22" creationId="{718A75EB-D46E-2396-D029-02210FB8AD47}"/>
          </ac:grpSpMkLst>
        </pc:grpChg>
        <pc:grpChg chg="add mod">
          <ac:chgData name="David Hoyle" userId="235831776b2d7bf9" providerId="LiveId" clId="{424CF4DE-7678-4F3C-A76F-ABB3B27A05B2}" dt="2026-04-19T14:08:18.581" v="23490" actId="164"/>
          <ac:grpSpMkLst>
            <pc:docMk/>
            <pc:sldMk cId="825433553" sldId="305"/>
            <ac:grpSpMk id="45" creationId="{830569F4-50C4-53E3-B69A-D94C68A80921}"/>
          </ac:grpSpMkLst>
        </pc:grpChg>
        <pc:graphicFrameChg chg="mod topLvl modGraphic">
          <ac:chgData name="David Hoyle" userId="235831776b2d7bf9" providerId="LiveId" clId="{424CF4DE-7678-4F3C-A76F-ABB3B27A05B2}" dt="2026-04-19T14:01:25.306" v="22609" actId="164"/>
          <ac:graphicFrameMkLst>
            <pc:docMk/>
            <pc:sldMk cId="825433553" sldId="305"/>
            <ac:graphicFrameMk id="17" creationId="{35C7475A-BA61-5F1D-EAE0-06111B32D7F3}"/>
          </ac:graphicFrameMkLst>
        </pc:graphicFrameChg>
        <pc:graphicFrameChg chg="add mod modGraphic">
          <ac:chgData name="David Hoyle" userId="235831776b2d7bf9" providerId="LiveId" clId="{424CF4DE-7678-4F3C-A76F-ABB3B27A05B2}" dt="2026-04-19T14:05:01.183" v="23183" actId="207"/>
          <ac:graphicFrameMkLst>
            <pc:docMk/>
            <pc:sldMk cId="825433553" sldId="305"/>
            <ac:graphicFrameMk id="26" creationId="{EDC899F0-8284-F1D1-43C8-13EFB36798B0}"/>
          </ac:graphicFrameMkLst>
        </pc:graphicFrameChg>
        <pc:cxnChg chg="add mod">
          <ac:chgData name="David Hoyle" userId="235831776b2d7bf9" providerId="LiveId" clId="{424CF4DE-7678-4F3C-A76F-ABB3B27A05B2}" dt="2026-04-19T14:08:18.581" v="23490" actId="164"/>
          <ac:cxnSpMkLst>
            <pc:docMk/>
            <pc:sldMk cId="825433553" sldId="305"/>
            <ac:cxnSpMk id="42" creationId="{15891449-0C82-399C-2830-E56DF08A8B00}"/>
          </ac:cxnSpMkLst>
        </pc:cxnChg>
        <pc:cxnChg chg="add mod">
          <ac:chgData name="David Hoyle" userId="235831776b2d7bf9" providerId="LiveId" clId="{424CF4DE-7678-4F3C-A76F-ABB3B27A05B2}" dt="2026-04-19T14:08:18.581" v="23490" actId="164"/>
          <ac:cxnSpMkLst>
            <pc:docMk/>
            <pc:sldMk cId="825433553" sldId="305"/>
            <ac:cxnSpMk id="43" creationId="{0A5920F1-4A05-80A6-32AB-23DEDEC4E0B4}"/>
          </ac:cxnSpMkLst>
        </pc:cxnChg>
        <pc:cxnChg chg="add mod">
          <ac:chgData name="David Hoyle" userId="235831776b2d7bf9" providerId="LiveId" clId="{424CF4DE-7678-4F3C-A76F-ABB3B27A05B2}" dt="2026-04-19T14:21:39.487" v="24095" actId="692"/>
          <ac:cxnSpMkLst>
            <pc:docMk/>
            <pc:sldMk cId="825433553" sldId="305"/>
            <ac:cxnSpMk id="47" creationId="{1944F327-7D37-CA13-5AF8-FEDAD15E8F8A}"/>
          </ac:cxnSpMkLst>
        </pc:cxnChg>
        <pc:cxnChg chg="add mod">
          <ac:chgData name="David Hoyle" userId="235831776b2d7bf9" providerId="LiveId" clId="{424CF4DE-7678-4F3C-A76F-ABB3B27A05B2}" dt="2026-04-19T14:22:05.126" v="24184" actId="1038"/>
          <ac:cxnSpMkLst>
            <pc:docMk/>
            <pc:sldMk cId="825433553" sldId="305"/>
            <ac:cxnSpMk id="48" creationId="{B328AAA7-0CB5-3D26-AF0C-07517D5CB3E2}"/>
          </ac:cxnSpMkLst>
        </pc:cxnChg>
        <pc:cxnChg chg="add mod">
          <ac:chgData name="David Hoyle" userId="235831776b2d7bf9" providerId="LiveId" clId="{424CF4DE-7678-4F3C-A76F-ABB3B27A05B2}" dt="2026-04-19T14:22:20.629" v="24311" actId="1037"/>
          <ac:cxnSpMkLst>
            <pc:docMk/>
            <pc:sldMk cId="825433553" sldId="305"/>
            <ac:cxnSpMk id="49" creationId="{0C846A33-E2FA-723D-A139-E1060A22A8F3}"/>
          </ac:cxnSpMkLst>
        </pc:cxnChg>
      </pc:sldChg>
      <pc:sldChg chg="modSp new mod modAnim modNotesTx">
        <pc:chgData name="David Hoyle" userId="235831776b2d7bf9" providerId="LiveId" clId="{424CF4DE-7678-4F3C-A76F-ABB3B27A05B2}" dt="2026-04-26T22:59:35.456" v="110913" actId="20577"/>
        <pc:sldMkLst>
          <pc:docMk/>
          <pc:sldMk cId="3274998642" sldId="306"/>
        </pc:sldMkLst>
        <pc:spChg chg="mod">
          <ac:chgData name="David Hoyle" userId="235831776b2d7bf9" providerId="LiveId" clId="{424CF4DE-7678-4F3C-A76F-ABB3B27A05B2}" dt="2026-04-19T14:09:17.553" v="23526" actId="14100"/>
          <ac:spMkLst>
            <pc:docMk/>
            <pc:sldMk cId="3274998642" sldId="306"/>
            <ac:spMk id="2" creationId="{9412B84F-7DD6-EAF0-2C6E-5983D42BFF39}"/>
          </ac:spMkLst>
        </pc:spChg>
        <pc:spChg chg="mod">
          <ac:chgData name="David Hoyle" userId="235831776b2d7bf9" providerId="LiveId" clId="{424CF4DE-7678-4F3C-A76F-ABB3B27A05B2}" dt="2026-04-19T14:20:12.674" v="24085" actId="27636"/>
          <ac:spMkLst>
            <pc:docMk/>
            <pc:sldMk cId="3274998642" sldId="306"/>
            <ac:spMk id="3" creationId="{1867AB39-82AB-974B-DDD8-041161D8A046}"/>
          </ac:spMkLst>
        </pc:spChg>
      </pc:sldChg>
      <pc:sldChg chg="addSp delSp modSp add mod delAnim modNotesTx">
        <pc:chgData name="David Hoyle" userId="235831776b2d7bf9" providerId="LiveId" clId="{424CF4DE-7678-4F3C-A76F-ABB3B27A05B2}" dt="2026-04-26T22:59:41.224" v="110914" actId="20577"/>
        <pc:sldMkLst>
          <pc:docMk/>
          <pc:sldMk cId="580262558" sldId="307"/>
        </pc:sldMkLst>
        <pc:spChg chg="add mod">
          <ac:chgData name="David Hoyle" userId="235831776b2d7bf9" providerId="LiveId" clId="{424CF4DE-7678-4F3C-A76F-ABB3B27A05B2}" dt="2026-04-19T14:56:26.778" v="27008" actId="165"/>
          <ac:spMkLst>
            <pc:docMk/>
            <pc:sldMk cId="580262558" sldId="307"/>
            <ac:spMk id="3" creationId="{A30E938D-FA8F-BE15-ADC2-2371C007783B}"/>
          </ac:spMkLst>
        </pc:spChg>
        <pc:spChg chg="add mod">
          <ac:chgData name="David Hoyle" userId="235831776b2d7bf9" providerId="LiveId" clId="{424CF4DE-7678-4F3C-A76F-ABB3B27A05B2}" dt="2026-04-19T14:56:26.778" v="27008" actId="165"/>
          <ac:spMkLst>
            <pc:docMk/>
            <pc:sldMk cId="580262558" sldId="307"/>
            <ac:spMk id="5" creationId="{6B4AF066-DAA6-2EED-3B7E-5684C9B14D71}"/>
          </ac:spMkLst>
        </pc:spChg>
        <pc:spChg chg="add mod">
          <ac:chgData name="David Hoyle" userId="235831776b2d7bf9" providerId="LiveId" clId="{424CF4DE-7678-4F3C-A76F-ABB3B27A05B2}" dt="2026-04-19T14:56:26.778" v="27008" actId="165"/>
          <ac:spMkLst>
            <pc:docMk/>
            <pc:sldMk cId="580262558" sldId="307"/>
            <ac:spMk id="11" creationId="{36F1DE14-CBD9-9E65-E2C2-D5DD4BD4A2A7}"/>
          </ac:spMkLst>
        </pc:spChg>
        <pc:spChg chg="mod topLvl">
          <ac:chgData name="David Hoyle" userId="235831776b2d7bf9" providerId="LiveId" clId="{424CF4DE-7678-4F3C-A76F-ABB3B27A05B2}" dt="2026-04-19T14:56:26.778" v="27008" actId="165"/>
          <ac:spMkLst>
            <pc:docMk/>
            <pc:sldMk cId="580262558" sldId="307"/>
            <ac:spMk id="12" creationId="{3F5EE1A2-7C2C-696C-34E6-585C273CD823}"/>
          </ac:spMkLst>
        </pc:spChg>
        <pc:spChg chg="mod topLvl">
          <ac:chgData name="David Hoyle" userId="235831776b2d7bf9" providerId="LiveId" clId="{424CF4DE-7678-4F3C-A76F-ABB3B27A05B2}" dt="2026-04-19T14:56:36.406" v="27009" actId="164"/>
          <ac:spMkLst>
            <pc:docMk/>
            <pc:sldMk cId="580262558" sldId="307"/>
            <ac:spMk id="18" creationId="{90F323C4-B9AD-B737-CD8A-14F6E5D5727E}"/>
          </ac:spMkLst>
        </pc:spChg>
        <pc:spChg chg="mod topLvl">
          <ac:chgData name="David Hoyle" userId="235831776b2d7bf9" providerId="LiveId" clId="{424CF4DE-7678-4F3C-A76F-ABB3B27A05B2}" dt="2026-04-19T14:56:26.778" v="27008" actId="165"/>
          <ac:spMkLst>
            <pc:docMk/>
            <pc:sldMk cId="580262558" sldId="307"/>
            <ac:spMk id="19" creationId="{73AD2B6B-2D05-3B50-8379-194DE24D4B8C}"/>
          </ac:spMkLst>
        </pc:spChg>
        <pc:spChg chg="mod topLvl">
          <ac:chgData name="David Hoyle" userId="235831776b2d7bf9" providerId="LiveId" clId="{424CF4DE-7678-4F3C-A76F-ABB3B27A05B2}" dt="2026-04-19T14:56:26.778" v="27008" actId="165"/>
          <ac:spMkLst>
            <pc:docMk/>
            <pc:sldMk cId="580262558" sldId="307"/>
            <ac:spMk id="20" creationId="{2C71583B-9BD1-EB4D-5D98-82CE25EF4AF5}"/>
          </ac:spMkLst>
        </pc:spChg>
        <pc:spChg chg="mod topLvl">
          <ac:chgData name="David Hoyle" userId="235831776b2d7bf9" providerId="LiveId" clId="{424CF4DE-7678-4F3C-A76F-ABB3B27A05B2}" dt="2026-04-19T14:56:45.203" v="27010" actId="164"/>
          <ac:spMkLst>
            <pc:docMk/>
            <pc:sldMk cId="580262558" sldId="307"/>
            <ac:spMk id="40" creationId="{05AD9417-D27A-F7E8-9B2D-9A32020DF997}"/>
          </ac:spMkLst>
        </pc:spChg>
        <pc:spChg chg="add mod">
          <ac:chgData name="David Hoyle" userId="235831776b2d7bf9" providerId="LiveId" clId="{424CF4DE-7678-4F3C-A76F-ABB3B27A05B2}" dt="2026-04-19T14:56:26.778" v="27008" actId="165"/>
          <ac:spMkLst>
            <pc:docMk/>
            <pc:sldMk cId="580262558" sldId="307"/>
            <ac:spMk id="51" creationId="{7A63FE02-370A-F206-DE15-443EA1460787}"/>
          </ac:spMkLst>
        </pc:spChg>
        <pc:spChg chg="mod">
          <ac:chgData name="David Hoyle" userId="235831776b2d7bf9" providerId="LiveId" clId="{424CF4DE-7678-4F3C-A76F-ABB3B27A05B2}" dt="2026-04-19T14:57:57.510" v="27284" actId="20577"/>
          <ac:spMkLst>
            <pc:docMk/>
            <pc:sldMk cId="580262558" sldId="307"/>
            <ac:spMk id="69" creationId="{7AAA5F23-F7B6-FC9D-21B5-B537037D3FEB}"/>
          </ac:spMkLst>
        </pc:spChg>
        <pc:grpChg chg="add mod">
          <ac:chgData name="David Hoyle" userId="235831776b2d7bf9" providerId="LiveId" clId="{424CF4DE-7678-4F3C-A76F-ABB3B27A05B2}" dt="2026-04-19T14:56:26.778" v="27008" actId="165"/>
          <ac:grpSpMkLst>
            <pc:docMk/>
            <pc:sldMk cId="580262558" sldId="307"/>
            <ac:grpSpMk id="38" creationId="{188CD681-AE5E-F564-C4FE-138E9369C3F4}"/>
          </ac:grpSpMkLst>
        </pc:grpChg>
        <pc:grpChg chg="add mod">
          <ac:chgData name="David Hoyle" userId="235831776b2d7bf9" providerId="LiveId" clId="{424CF4DE-7678-4F3C-A76F-ABB3B27A05B2}" dt="2026-04-19T14:56:26.778" v="27008" actId="165"/>
          <ac:grpSpMkLst>
            <pc:docMk/>
            <pc:sldMk cId="580262558" sldId="307"/>
            <ac:grpSpMk id="39" creationId="{2D8F527E-221C-8107-152D-6879108A0855}"/>
          </ac:grpSpMkLst>
        </pc:grpChg>
        <pc:grpChg chg="add mod">
          <ac:chgData name="David Hoyle" userId="235831776b2d7bf9" providerId="LiveId" clId="{424CF4DE-7678-4F3C-A76F-ABB3B27A05B2}" dt="2026-04-19T14:56:45.203" v="27010" actId="164"/>
          <ac:grpSpMkLst>
            <pc:docMk/>
            <pc:sldMk cId="580262558" sldId="307"/>
            <ac:grpSpMk id="62" creationId="{C2312588-54AA-AC2E-4F19-43F06C9868D0}"/>
          </ac:grpSpMkLst>
        </pc:grpChg>
        <pc:grpChg chg="add mod">
          <ac:chgData name="David Hoyle" userId="235831776b2d7bf9" providerId="LiveId" clId="{424CF4DE-7678-4F3C-A76F-ABB3B27A05B2}" dt="2026-04-19T14:58:15.757" v="27285" actId="164"/>
          <ac:grpSpMkLst>
            <pc:docMk/>
            <pc:sldMk cId="580262558" sldId="307"/>
            <ac:grpSpMk id="66" creationId="{8E99562E-8C66-3BEA-C0E2-E3D9775CF386}"/>
          </ac:grpSpMkLst>
        </pc:grpChg>
        <pc:grpChg chg="add mod">
          <ac:chgData name="David Hoyle" userId="235831776b2d7bf9" providerId="LiveId" clId="{424CF4DE-7678-4F3C-A76F-ABB3B27A05B2}" dt="2026-04-19T14:58:15.757" v="27285" actId="164"/>
          <ac:grpSpMkLst>
            <pc:docMk/>
            <pc:sldMk cId="580262558" sldId="307"/>
            <ac:grpSpMk id="67" creationId="{14CAA7EB-259A-18E9-1E3D-A663BD5A08DB}"/>
          </ac:grpSpMkLst>
        </pc:grpChg>
        <pc:grpChg chg="add mod">
          <ac:chgData name="David Hoyle" userId="235831776b2d7bf9" providerId="LiveId" clId="{424CF4DE-7678-4F3C-A76F-ABB3B27A05B2}" dt="2026-04-19T14:58:15.757" v="27285" actId="164"/>
          <ac:grpSpMkLst>
            <pc:docMk/>
            <pc:sldMk cId="580262558" sldId="307"/>
            <ac:grpSpMk id="68" creationId="{18DB35EB-D7E6-1628-D071-FF30E29B4B50}"/>
          </ac:grpSpMkLst>
        </pc:grpChg>
        <pc:grpChg chg="add mod">
          <ac:chgData name="David Hoyle" userId="235831776b2d7bf9" providerId="LiveId" clId="{424CF4DE-7678-4F3C-A76F-ABB3B27A05B2}" dt="2026-04-19T14:58:22.549" v="27337" actId="1035"/>
          <ac:grpSpMkLst>
            <pc:docMk/>
            <pc:sldMk cId="580262558" sldId="307"/>
            <ac:grpSpMk id="71" creationId="{994C2138-010A-8A8B-7111-4A1E1653FF17}"/>
          </ac:grpSpMkLst>
        </pc:grpChg>
        <pc:graphicFrameChg chg="mod topLvl modGraphic">
          <ac:chgData name="David Hoyle" userId="235831776b2d7bf9" providerId="LiveId" clId="{424CF4DE-7678-4F3C-A76F-ABB3B27A05B2}" dt="2026-04-19T14:56:36.406" v="27009" actId="164"/>
          <ac:graphicFrameMkLst>
            <pc:docMk/>
            <pc:sldMk cId="580262558" sldId="307"/>
            <ac:graphicFrameMk id="17" creationId="{48137ECA-B052-0DBB-20B6-837BE0C22E52}"/>
          </ac:graphicFrameMkLst>
        </pc:graphicFrameChg>
        <pc:graphicFrameChg chg="mod modGraphic">
          <ac:chgData name="David Hoyle" userId="235831776b2d7bf9" providerId="LiveId" clId="{424CF4DE-7678-4F3C-A76F-ABB3B27A05B2}" dt="2026-04-19T14:57:34.960" v="27271" actId="207"/>
          <ac:graphicFrameMkLst>
            <pc:docMk/>
            <pc:sldMk cId="580262558" sldId="307"/>
            <ac:graphicFrameMk id="70" creationId="{13412171-CF07-A79C-D8FB-531936416AB6}"/>
          </ac:graphicFrameMkLst>
        </pc:graphicFrameChg>
        <pc:cxnChg chg="add mod">
          <ac:chgData name="David Hoyle" userId="235831776b2d7bf9" providerId="LiveId" clId="{424CF4DE-7678-4F3C-A76F-ABB3B27A05B2}" dt="2026-04-19T14:44:51.748" v="25959" actId="1038"/>
          <ac:cxnSpMkLst>
            <pc:docMk/>
            <pc:sldMk cId="580262558" sldId="307"/>
            <ac:cxnSpMk id="7" creationId="{6CF30DF7-6D97-183B-1AF2-391B8C4B9C03}"/>
          </ac:cxnSpMkLst>
        </pc:cxnChg>
        <pc:cxnChg chg="add mod">
          <ac:chgData name="David Hoyle" userId="235831776b2d7bf9" providerId="LiveId" clId="{424CF4DE-7678-4F3C-A76F-ABB3B27A05B2}" dt="2026-04-19T14:40:08.418" v="25444" actId="164"/>
          <ac:cxnSpMkLst>
            <pc:docMk/>
            <pc:sldMk cId="580262558" sldId="307"/>
            <ac:cxnSpMk id="8" creationId="{17F4B317-7D37-EC64-E0D6-049CD05146D7}"/>
          </ac:cxnSpMkLst>
        </pc:cxnChg>
        <pc:cxnChg chg="add mod">
          <ac:chgData name="David Hoyle" userId="235831776b2d7bf9" providerId="LiveId" clId="{424CF4DE-7678-4F3C-A76F-ABB3B27A05B2}" dt="2026-04-19T14:39:52.762" v="25443" actId="164"/>
          <ac:cxnSpMkLst>
            <pc:docMk/>
            <pc:sldMk cId="580262558" sldId="307"/>
            <ac:cxnSpMk id="28" creationId="{0AF0541C-32A8-1750-D3C5-DE22B53269A5}"/>
          </ac:cxnSpMkLst>
        </pc:cxnChg>
        <pc:cxnChg chg="add mod">
          <ac:chgData name="David Hoyle" userId="235831776b2d7bf9" providerId="LiveId" clId="{424CF4DE-7678-4F3C-A76F-ABB3B27A05B2}" dt="2026-04-19T14:39:52.762" v="25443" actId="164"/>
          <ac:cxnSpMkLst>
            <pc:docMk/>
            <pc:sldMk cId="580262558" sldId="307"/>
            <ac:cxnSpMk id="30" creationId="{C2CB90D4-88CD-5543-6AF7-5380A7C33802}"/>
          </ac:cxnSpMkLst>
        </pc:cxnChg>
        <pc:cxnChg chg="add mod">
          <ac:chgData name="David Hoyle" userId="235831776b2d7bf9" providerId="LiveId" clId="{424CF4DE-7678-4F3C-A76F-ABB3B27A05B2}" dt="2026-04-19T14:39:52.762" v="25443" actId="164"/>
          <ac:cxnSpMkLst>
            <pc:docMk/>
            <pc:sldMk cId="580262558" sldId="307"/>
            <ac:cxnSpMk id="35" creationId="{9522D94E-5167-3C9F-159C-EA6265602708}"/>
          </ac:cxnSpMkLst>
        </pc:cxnChg>
        <pc:cxnChg chg="add mod">
          <ac:chgData name="David Hoyle" userId="235831776b2d7bf9" providerId="LiveId" clId="{424CF4DE-7678-4F3C-A76F-ABB3B27A05B2}" dt="2026-04-19T14:41:16.630" v="25590" actId="1038"/>
          <ac:cxnSpMkLst>
            <pc:docMk/>
            <pc:sldMk cId="580262558" sldId="307"/>
            <ac:cxnSpMk id="41" creationId="{6D06860B-F5B5-7D9E-9790-A18417186889}"/>
          </ac:cxnSpMkLst>
        </pc:cxnChg>
        <pc:cxnChg chg="add mod">
          <ac:chgData name="David Hoyle" userId="235831776b2d7bf9" providerId="LiveId" clId="{424CF4DE-7678-4F3C-A76F-ABB3B27A05B2}" dt="2026-04-19T14:52:40.237" v="26919" actId="164"/>
          <ac:cxnSpMkLst>
            <pc:docMk/>
            <pc:sldMk cId="580262558" sldId="307"/>
            <ac:cxnSpMk id="46" creationId="{6ABD8CF7-B51F-8DF4-EFDE-DAA454E935A3}"/>
          </ac:cxnSpMkLst>
        </pc:cxnChg>
        <pc:cxnChg chg="mod">
          <ac:chgData name="David Hoyle" userId="235831776b2d7bf9" providerId="LiveId" clId="{424CF4DE-7678-4F3C-A76F-ABB3B27A05B2}" dt="2026-04-19T14:40:08.418" v="25444" actId="164"/>
          <ac:cxnSpMkLst>
            <pc:docMk/>
            <pc:sldMk cId="580262558" sldId="307"/>
            <ac:cxnSpMk id="47" creationId="{3BAB9CB9-B9B2-0EFD-9A82-9E6A450566B8}"/>
          </ac:cxnSpMkLst>
        </pc:cxnChg>
        <pc:cxnChg chg="mod">
          <ac:chgData name="David Hoyle" userId="235831776b2d7bf9" providerId="LiveId" clId="{424CF4DE-7678-4F3C-A76F-ABB3B27A05B2}" dt="2026-04-19T14:40:08.418" v="25444" actId="164"/>
          <ac:cxnSpMkLst>
            <pc:docMk/>
            <pc:sldMk cId="580262558" sldId="307"/>
            <ac:cxnSpMk id="48" creationId="{48005BBC-3B3E-2C94-F6BA-41A588612121}"/>
          </ac:cxnSpMkLst>
        </pc:cxnChg>
        <pc:cxnChg chg="mod">
          <ac:chgData name="David Hoyle" userId="235831776b2d7bf9" providerId="LiveId" clId="{424CF4DE-7678-4F3C-A76F-ABB3B27A05B2}" dt="2026-04-19T14:52:06.937" v="26918" actId="14100"/>
          <ac:cxnSpMkLst>
            <pc:docMk/>
            <pc:sldMk cId="580262558" sldId="307"/>
            <ac:cxnSpMk id="49" creationId="{4A8A59F8-E3F1-2558-96A9-26F8B172CA15}"/>
          </ac:cxnSpMkLst>
        </pc:cxnChg>
        <pc:cxnChg chg="add mod">
          <ac:chgData name="David Hoyle" userId="235831776b2d7bf9" providerId="LiveId" clId="{424CF4DE-7678-4F3C-A76F-ABB3B27A05B2}" dt="2026-04-19T14:52:40.237" v="26919" actId="164"/>
          <ac:cxnSpMkLst>
            <pc:docMk/>
            <pc:sldMk cId="580262558" sldId="307"/>
            <ac:cxnSpMk id="50" creationId="{B8A1A0E9-8DF1-6395-2A41-F33D936CBC4C}"/>
          </ac:cxnSpMkLst>
        </pc:cxnChg>
        <pc:cxnChg chg="add mod">
          <ac:chgData name="David Hoyle" userId="235831776b2d7bf9" providerId="LiveId" clId="{424CF4DE-7678-4F3C-A76F-ABB3B27A05B2}" dt="2026-04-19T14:48:00.298" v="26674" actId="1037"/>
          <ac:cxnSpMkLst>
            <pc:docMk/>
            <pc:sldMk cId="580262558" sldId="307"/>
            <ac:cxnSpMk id="52" creationId="{71587440-30D9-D870-6BC3-BD9A0B2C06A2}"/>
          </ac:cxnSpMkLst>
        </pc:cxnChg>
        <pc:cxnChg chg="add mod">
          <ac:chgData name="David Hoyle" userId="235831776b2d7bf9" providerId="LiveId" clId="{424CF4DE-7678-4F3C-A76F-ABB3B27A05B2}" dt="2026-04-19T14:52:40.237" v="26919" actId="164"/>
          <ac:cxnSpMkLst>
            <pc:docMk/>
            <pc:sldMk cId="580262558" sldId="307"/>
            <ac:cxnSpMk id="54" creationId="{C48A8BB8-DFAC-D36B-855F-DA3341FDF9F3}"/>
          </ac:cxnSpMkLst>
        </pc:cxnChg>
      </pc:sldChg>
      <pc:sldChg chg="addSp delSp modSp add mod modNotesTx">
        <pc:chgData name="David Hoyle" userId="235831776b2d7bf9" providerId="LiveId" clId="{424CF4DE-7678-4F3C-A76F-ABB3B27A05B2}" dt="2026-04-26T23:00:24.286" v="110915" actId="20577"/>
        <pc:sldMkLst>
          <pc:docMk/>
          <pc:sldMk cId="2093233161" sldId="309"/>
        </pc:sldMkLst>
        <pc:spChg chg="mod">
          <ac:chgData name="David Hoyle" userId="235831776b2d7bf9" providerId="LiveId" clId="{424CF4DE-7678-4F3C-A76F-ABB3B27A05B2}" dt="2026-04-20T12:48:09.891" v="27370" actId="20577"/>
          <ac:spMkLst>
            <pc:docMk/>
            <pc:sldMk cId="2093233161" sldId="309"/>
            <ac:spMk id="2" creationId="{B76BA40E-BA86-DF9B-D200-45396CCFCCDA}"/>
          </ac:spMkLst>
        </pc:spChg>
        <pc:spChg chg="add mod">
          <ac:chgData name="David Hoyle" userId="235831776b2d7bf9" providerId="LiveId" clId="{424CF4DE-7678-4F3C-A76F-ABB3B27A05B2}" dt="2026-04-20T12:51:22.879" v="27522" actId="164"/>
          <ac:spMkLst>
            <pc:docMk/>
            <pc:sldMk cId="2093233161" sldId="309"/>
            <ac:spMk id="9" creationId="{0E039C41-45B8-DC1B-3CB4-B4CED764AD58}"/>
          </ac:spMkLst>
        </pc:spChg>
        <pc:spChg chg="add mod">
          <ac:chgData name="David Hoyle" userId="235831776b2d7bf9" providerId="LiveId" clId="{424CF4DE-7678-4F3C-A76F-ABB3B27A05B2}" dt="2026-04-20T12:52:04.854" v="27619" actId="1038"/>
          <ac:spMkLst>
            <pc:docMk/>
            <pc:sldMk cId="2093233161" sldId="309"/>
            <ac:spMk id="10" creationId="{F20EB642-1A8D-EAC4-8661-0B47B60C7074}"/>
          </ac:spMkLst>
        </pc:spChg>
        <pc:spChg chg="mod">
          <ac:chgData name="David Hoyle" userId="235831776b2d7bf9" providerId="LiveId" clId="{424CF4DE-7678-4F3C-A76F-ABB3B27A05B2}" dt="2026-04-20T12:48:25.760" v="27371" actId="165"/>
          <ac:spMkLst>
            <pc:docMk/>
            <pc:sldMk cId="2093233161" sldId="309"/>
            <ac:spMk id="18" creationId="{73F8F764-949E-2137-E481-461843D08198}"/>
          </ac:spMkLst>
        </pc:spChg>
        <pc:spChg chg="mod">
          <ac:chgData name="David Hoyle" userId="235831776b2d7bf9" providerId="LiveId" clId="{424CF4DE-7678-4F3C-A76F-ABB3B27A05B2}" dt="2026-04-20T12:52:36.477" v="27684"/>
          <ac:spMkLst>
            <pc:docMk/>
            <pc:sldMk cId="2093233161" sldId="309"/>
            <ac:spMk id="23" creationId="{438A1B2A-68F6-6CED-48D4-BD72AABE1FAE}"/>
          </ac:spMkLst>
        </pc:spChg>
        <pc:spChg chg="mod">
          <ac:chgData name="David Hoyle" userId="235831776b2d7bf9" providerId="LiveId" clId="{424CF4DE-7678-4F3C-A76F-ABB3B27A05B2}" dt="2026-04-20T12:52:36.477" v="27684"/>
          <ac:spMkLst>
            <pc:docMk/>
            <pc:sldMk cId="2093233161" sldId="309"/>
            <ac:spMk id="24" creationId="{FB673975-B6AA-18F3-3472-6E6F0A2EED57}"/>
          </ac:spMkLst>
        </pc:spChg>
        <pc:spChg chg="mod">
          <ac:chgData name="David Hoyle" userId="235831776b2d7bf9" providerId="LiveId" clId="{424CF4DE-7678-4F3C-A76F-ABB3B27A05B2}" dt="2026-04-20T12:52:45.936" v="27742"/>
          <ac:spMkLst>
            <pc:docMk/>
            <pc:sldMk cId="2093233161" sldId="309"/>
            <ac:spMk id="26" creationId="{FFE16D10-9549-1D7F-6F3D-D6B8F2CAC800}"/>
          </ac:spMkLst>
        </pc:spChg>
        <pc:spChg chg="mod">
          <ac:chgData name="David Hoyle" userId="235831776b2d7bf9" providerId="LiveId" clId="{424CF4DE-7678-4F3C-A76F-ABB3B27A05B2}" dt="2026-04-20T12:52:45.936" v="27742"/>
          <ac:spMkLst>
            <pc:docMk/>
            <pc:sldMk cId="2093233161" sldId="309"/>
            <ac:spMk id="27" creationId="{3D75C9A1-32BB-8247-6CA7-57711E83386F}"/>
          </ac:spMkLst>
        </pc:spChg>
        <pc:spChg chg="mod">
          <ac:chgData name="David Hoyle" userId="235831776b2d7bf9" providerId="LiveId" clId="{424CF4DE-7678-4F3C-A76F-ABB3B27A05B2}" dt="2026-04-20T12:52:55.803" v="27831"/>
          <ac:spMkLst>
            <pc:docMk/>
            <pc:sldMk cId="2093233161" sldId="309"/>
            <ac:spMk id="31" creationId="{400D01E4-2DA5-40C7-8C12-599569D71D11}"/>
          </ac:spMkLst>
        </pc:spChg>
        <pc:spChg chg="mod">
          <ac:chgData name="David Hoyle" userId="235831776b2d7bf9" providerId="LiveId" clId="{424CF4DE-7678-4F3C-A76F-ABB3B27A05B2}" dt="2026-04-20T12:52:55.803" v="27831"/>
          <ac:spMkLst>
            <pc:docMk/>
            <pc:sldMk cId="2093233161" sldId="309"/>
            <ac:spMk id="32" creationId="{CE967CF6-7A32-C524-A010-0EFAF77EAE00}"/>
          </ac:spMkLst>
        </pc:spChg>
        <pc:spChg chg="mod">
          <ac:chgData name="David Hoyle" userId="235831776b2d7bf9" providerId="LiveId" clId="{424CF4DE-7678-4F3C-A76F-ABB3B27A05B2}" dt="2026-04-20T12:53:04.241" v="27933"/>
          <ac:spMkLst>
            <pc:docMk/>
            <pc:sldMk cId="2093233161" sldId="309"/>
            <ac:spMk id="34" creationId="{219F881A-D7B6-B0E9-46A7-1A223E6651C0}"/>
          </ac:spMkLst>
        </pc:spChg>
        <pc:spChg chg="mod">
          <ac:chgData name="David Hoyle" userId="235831776b2d7bf9" providerId="LiveId" clId="{424CF4DE-7678-4F3C-A76F-ABB3B27A05B2}" dt="2026-04-20T12:53:04.241" v="27933"/>
          <ac:spMkLst>
            <pc:docMk/>
            <pc:sldMk cId="2093233161" sldId="309"/>
            <ac:spMk id="36" creationId="{15E2985C-BC9D-8856-B87A-9C52181453BD}"/>
          </ac:spMkLst>
        </pc:spChg>
        <pc:spChg chg="mod">
          <ac:chgData name="David Hoyle" userId="235831776b2d7bf9" providerId="LiveId" clId="{424CF4DE-7678-4F3C-A76F-ABB3B27A05B2}" dt="2026-04-20T12:57:12.099" v="28510"/>
          <ac:spMkLst>
            <pc:docMk/>
            <pc:sldMk cId="2093233161" sldId="309"/>
            <ac:spMk id="55" creationId="{E27731D2-1BBC-1CDD-4480-D3E3DC00C9DC}"/>
          </ac:spMkLst>
        </pc:spChg>
        <pc:spChg chg="mod">
          <ac:chgData name="David Hoyle" userId="235831776b2d7bf9" providerId="LiveId" clId="{424CF4DE-7678-4F3C-A76F-ABB3B27A05B2}" dt="2026-04-20T12:57:12.099" v="28510"/>
          <ac:spMkLst>
            <pc:docMk/>
            <pc:sldMk cId="2093233161" sldId="309"/>
            <ac:spMk id="56" creationId="{47B9C03E-913A-2EC5-A9C0-33836B0F381C}"/>
          </ac:spMkLst>
        </pc:spChg>
        <pc:spChg chg="mod">
          <ac:chgData name="David Hoyle" userId="235831776b2d7bf9" providerId="LiveId" clId="{424CF4DE-7678-4F3C-A76F-ABB3B27A05B2}" dt="2026-04-20T12:48:25.760" v="27371" actId="165"/>
          <ac:spMkLst>
            <pc:docMk/>
            <pc:sldMk cId="2093233161" sldId="309"/>
            <ac:spMk id="69" creationId="{EA689375-AD95-C891-3222-FDD981755647}"/>
          </ac:spMkLst>
        </pc:spChg>
        <pc:grpChg chg="add mod">
          <ac:chgData name="David Hoyle" userId="235831776b2d7bf9" providerId="LiveId" clId="{424CF4DE-7678-4F3C-A76F-ABB3B27A05B2}" dt="2026-04-20T12:58:57.938" v="28714" actId="164"/>
          <ac:grpSpMkLst>
            <pc:docMk/>
            <pc:sldMk cId="2093233161" sldId="309"/>
            <ac:grpSpMk id="13" creationId="{8F3731E0-F1E0-557F-5039-31C82AF9A9E1}"/>
          </ac:grpSpMkLst>
        </pc:grpChg>
        <pc:grpChg chg="add mod">
          <ac:chgData name="David Hoyle" userId="235831776b2d7bf9" providerId="LiveId" clId="{424CF4DE-7678-4F3C-A76F-ABB3B27A05B2}" dt="2026-04-20T12:58:57.938" v="28714" actId="164"/>
          <ac:grpSpMkLst>
            <pc:docMk/>
            <pc:sldMk cId="2093233161" sldId="309"/>
            <ac:grpSpMk id="22" creationId="{140861CB-4ACB-11BB-5FAA-4C8CEF83F6A9}"/>
          </ac:grpSpMkLst>
        </pc:grpChg>
        <pc:grpChg chg="add mod">
          <ac:chgData name="David Hoyle" userId="235831776b2d7bf9" providerId="LiveId" clId="{424CF4DE-7678-4F3C-A76F-ABB3B27A05B2}" dt="2026-04-20T12:58:57.938" v="28714" actId="164"/>
          <ac:grpSpMkLst>
            <pc:docMk/>
            <pc:sldMk cId="2093233161" sldId="309"/>
            <ac:grpSpMk id="25" creationId="{FD0FB825-1107-A92F-AC34-ECEED674DB22}"/>
          </ac:grpSpMkLst>
        </pc:grpChg>
        <pc:grpChg chg="add mod">
          <ac:chgData name="David Hoyle" userId="235831776b2d7bf9" providerId="LiveId" clId="{424CF4DE-7678-4F3C-A76F-ABB3B27A05B2}" dt="2026-04-20T12:58:57.938" v="28714" actId="164"/>
          <ac:grpSpMkLst>
            <pc:docMk/>
            <pc:sldMk cId="2093233161" sldId="309"/>
            <ac:grpSpMk id="29" creationId="{E4339659-DB39-459E-FC44-946F7FA9D0B8}"/>
          </ac:grpSpMkLst>
        </pc:grpChg>
        <pc:grpChg chg="add mod">
          <ac:chgData name="David Hoyle" userId="235831776b2d7bf9" providerId="LiveId" clId="{424CF4DE-7678-4F3C-A76F-ABB3B27A05B2}" dt="2026-04-20T12:58:57.938" v="28714" actId="164"/>
          <ac:grpSpMkLst>
            <pc:docMk/>
            <pc:sldMk cId="2093233161" sldId="309"/>
            <ac:grpSpMk id="33" creationId="{68352452-D67E-AA3C-3D42-B421C52AF9FD}"/>
          </ac:grpSpMkLst>
        </pc:grpChg>
        <pc:grpChg chg="add mod">
          <ac:chgData name="David Hoyle" userId="235831776b2d7bf9" providerId="LiveId" clId="{424CF4DE-7678-4F3C-A76F-ABB3B27A05B2}" dt="2026-04-20T12:58:57.938" v="28714" actId="164"/>
          <ac:grpSpMkLst>
            <pc:docMk/>
            <pc:sldMk cId="2093233161" sldId="309"/>
            <ac:grpSpMk id="53" creationId="{848C40CC-7B3B-71E7-BA3B-CF3F6E0E9682}"/>
          </ac:grpSpMkLst>
        </pc:grpChg>
        <pc:grpChg chg="add mod">
          <ac:chgData name="David Hoyle" userId="235831776b2d7bf9" providerId="LiveId" clId="{424CF4DE-7678-4F3C-A76F-ABB3B27A05B2}" dt="2026-04-20T13:01:10.422" v="29116" actId="164"/>
          <ac:grpSpMkLst>
            <pc:docMk/>
            <pc:sldMk cId="2093233161" sldId="309"/>
            <ac:grpSpMk id="58" creationId="{A29F3371-64A2-C2EE-BC4E-7D88FF120AB5}"/>
          </ac:grpSpMkLst>
        </pc:grpChg>
        <pc:grpChg chg="add mod">
          <ac:chgData name="David Hoyle" userId="235831776b2d7bf9" providerId="LiveId" clId="{424CF4DE-7678-4F3C-A76F-ABB3B27A05B2}" dt="2026-04-20T13:01:27.596" v="29117" actId="164"/>
          <ac:grpSpMkLst>
            <pc:docMk/>
            <pc:sldMk cId="2093233161" sldId="309"/>
            <ac:grpSpMk id="60" creationId="{D3910A8E-A339-CDF5-0D6B-34249355CFE6}"/>
          </ac:grpSpMkLst>
        </pc:grpChg>
        <pc:grpChg chg="add mod">
          <ac:chgData name="David Hoyle" userId="235831776b2d7bf9" providerId="LiveId" clId="{424CF4DE-7678-4F3C-A76F-ABB3B27A05B2}" dt="2026-04-20T13:01:27.596" v="29117" actId="164"/>
          <ac:grpSpMkLst>
            <pc:docMk/>
            <pc:sldMk cId="2093233161" sldId="309"/>
            <ac:grpSpMk id="61" creationId="{016EB5BE-1367-E0DE-70E4-26E66E7517D3}"/>
          </ac:grpSpMkLst>
        </pc:grpChg>
        <pc:grpChg chg="mod">
          <ac:chgData name="David Hoyle" userId="235831776b2d7bf9" providerId="LiveId" clId="{424CF4DE-7678-4F3C-A76F-ABB3B27A05B2}" dt="2026-04-20T13:01:27.596" v="29117" actId="164"/>
          <ac:grpSpMkLst>
            <pc:docMk/>
            <pc:sldMk cId="2093233161" sldId="309"/>
            <ac:grpSpMk id="66" creationId="{25910CFB-4304-542E-1327-F0DDA538F563}"/>
          </ac:grpSpMkLst>
        </pc:grpChg>
        <pc:grpChg chg="mod">
          <ac:chgData name="David Hoyle" userId="235831776b2d7bf9" providerId="LiveId" clId="{424CF4DE-7678-4F3C-A76F-ABB3B27A05B2}" dt="2026-04-20T13:01:27.596" v="29117" actId="164"/>
          <ac:grpSpMkLst>
            <pc:docMk/>
            <pc:sldMk cId="2093233161" sldId="309"/>
            <ac:grpSpMk id="68" creationId="{8D5E8AB3-AE31-43CD-5009-2AF6D4D2B653}"/>
          </ac:grpSpMkLst>
        </pc:grpChg>
        <pc:cxnChg chg="add mod">
          <ac:chgData name="David Hoyle" userId="235831776b2d7bf9" providerId="LiveId" clId="{424CF4DE-7678-4F3C-A76F-ABB3B27A05B2}" dt="2026-04-20T12:54:49.569" v="28139" actId="14100"/>
          <ac:cxnSpMkLst>
            <pc:docMk/>
            <pc:sldMk cId="2093233161" sldId="309"/>
            <ac:cxnSpMk id="6" creationId="{0B2C8F46-37F5-EDDE-7CF5-3A30A9388A66}"/>
          </ac:cxnSpMkLst>
        </pc:cxnChg>
        <pc:cxnChg chg="add mod">
          <ac:chgData name="David Hoyle" userId="235831776b2d7bf9" providerId="LiveId" clId="{424CF4DE-7678-4F3C-A76F-ABB3B27A05B2}" dt="2026-04-20T12:58:57.938" v="28714" actId="164"/>
          <ac:cxnSpMkLst>
            <pc:docMk/>
            <pc:sldMk cId="2093233161" sldId="309"/>
            <ac:cxnSpMk id="37" creationId="{B334DF0A-DD25-D49C-B05F-09306D0D1284}"/>
          </ac:cxnSpMkLst>
        </pc:cxnChg>
        <pc:cxnChg chg="add mod">
          <ac:chgData name="David Hoyle" userId="235831776b2d7bf9" providerId="LiveId" clId="{424CF4DE-7678-4F3C-A76F-ABB3B27A05B2}" dt="2026-04-20T12:55:45.857" v="28276" actId="1038"/>
          <ac:cxnSpMkLst>
            <pc:docMk/>
            <pc:sldMk cId="2093233161" sldId="309"/>
            <ac:cxnSpMk id="43" creationId="{EDE07FE4-D091-13EF-85CB-8D12FFDC30D7}"/>
          </ac:cxnSpMkLst>
        </pc:cxnChg>
        <pc:cxnChg chg="add mod">
          <ac:chgData name="David Hoyle" userId="235831776b2d7bf9" providerId="LiveId" clId="{424CF4DE-7678-4F3C-A76F-ABB3B27A05B2}" dt="2026-04-20T12:56:19.618" v="28400" actId="1038"/>
          <ac:cxnSpMkLst>
            <pc:docMk/>
            <pc:sldMk cId="2093233161" sldId="309"/>
            <ac:cxnSpMk id="44" creationId="{27B5E66A-C899-5577-CA24-EDFB3A350F16}"/>
          </ac:cxnSpMkLst>
        </pc:cxnChg>
        <pc:cxnChg chg="add mod">
          <ac:chgData name="David Hoyle" userId="235831776b2d7bf9" providerId="LiveId" clId="{424CF4DE-7678-4F3C-A76F-ABB3B27A05B2}" dt="2026-04-20T12:58:57.938" v="28714" actId="164"/>
          <ac:cxnSpMkLst>
            <pc:docMk/>
            <pc:sldMk cId="2093233161" sldId="309"/>
            <ac:cxnSpMk id="45" creationId="{9764E11A-D801-4012-2C80-ABF3230F18B6}"/>
          </ac:cxnSpMkLst>
        </pc:cxnChg>
        <pc:cxnChg chg="add mod">
          <ac:chgData name="David Hoyle" userId="235831776b2d7bf9" providerId="LiveId" clId="{424CF4DE-7678-4F3C-A76F-ABB3B27A05B2}" dt="2026-04-20T12:58:57.938" v="28714" actId="164"/>
          <ac:cxnSpMkLst>
            <pc:docMk/>
            <pc:sldMk cId="2093233161" sldId="309"/>
            <ac:cxnSpMk id="57" creationId="{FD329F21-CE3E-BB14-968C-4C0421555AA1}"/>
          </ac:cxnSpMkLst>
        </pc:cxnChg>
        <pc:cxnChg chg="add mod">
          <ac:chgData name="David Hoyle" userId="235831776b2d7bf9" providerId="LiveId" clId="{424CF4DE-7678-4F3C-A76F-ABB3B27A05B2}" dt="2026-04-20T13:01:10.422" v="29116" actId="164"/>
          <ac:cxnSpMkLst>
            <pc:docMk/>
            <pc:sldMk cId="2093233161" sldId="309"/>
            <ac:cxnSpMk id="59" creationId="{A27989DD-90EF-5076-9580-9087867BE85F}"/>
          </ac:cxnSpMkLst>
        </pc:cxnChg>
      </pc:sldChg>
      <pc:sldChg chg="addSp delSp modSp add mod addAnim delAnim modAnim modNotesTx">
        <pc:chgData name="David Hoyle" userId="235831776b2d7bf9" providerId="LiveId" clId="{424CF4DE-7678-4F3C-A76F-ABB3B27A05B2}" dt="2026-04-26T22:59:09.360" v="110907" actId="20577"/>
        <pc:sldMkLst>
          <pc:docMk/>
          <pc:sldMk cId="1337723694" sldId="310"/>
        </pc:sldMkLst>
        <pc:spChg chg="mod">
          <ac:chgData name="David Hoyle" userId="235831776b2d7bf9" providerId="LiveId" clId="{424CF4DE-7678-4F3C-A76F-ABB3B27A05B2}" dt="2026-04-20T13:07:26.376" v="29130" actId="20577"/>
          <ac:spMkLst>
            <pc:docMk/>
            <pc:sldMk cId="1337723694" sldId="310"/>
            <ac:spMk id="2" creationId="{C04060F1-FEF6-6EEB-9151-2EB9B74F3D9A}"/>
          </ac:spMkLst>
        </pc:spChg>
        <pc:spChg chg="mod">
          <ac:chgData name="David Hoyle" userId="235831776b2d7bf9" providerId="LiveId" clId="{424CF4DE-7678-4F3C-A76F-ABB3B27A05B2}" dt="2026-04-20T13:20:08.204" v="29857" actId="5793"/>
          <ac:spMkLst>
            <pc:docMk/>
            <pc:sldMk cId="1337723694" sldId="310"/>
            <ac:spMk id="3" creationId="{6642FB69-CDDF-033F-CBB9-2D85C9EFF6C7}"/>
          </ac:spMkLst>
        </pc:spChg>
        <pc:spChg chg="add mod">
          <ac:chgData name="David Hoyle" userId="235831776b2d7bf9" providerId="LiveId" clId="{424CF4DE-7678-4F3C-A76F-ABB3B27A05B2}" dt="2026-04-20T13:20:01.316" v="29856" actId="1035"/>
          <ac:spMkLst>
            <pc:docMk/>
            <pc:sldMk cId="1337723694" sldId="310"/>
            <ac:spMk id="7" creationId="{51F650DD-4E52-D01D-C79D-E18ABAD12073}"/>
          </ac:spMkLst>
        </pc:spChg>
        <pc:graphicFrameChg chg="add mod modGraphic">
          <ac:chgData name="David Hoyle" userId="235831776b2d7bf9" providerId="LiveId" clId="{424CF4DE-7678-4F3C-A76F-ABB3B27A05B2}" dt="2026-04-20T13:16:21.266" v="29482" actId="20577"/>
          <ac:graphicFrameMkLst>
            <pc:docMk/>
            <pc:sldMk cId="1337723694" sldId="310"/>
            <ac:graphicFrameMk id="5" creationId="{F07604C7-E8C1-CF66-8A10-EDFFBE1F310E}"/>
          </ac:graphicFrameMkLst>
        </pc:graphicFrameChg>
      </pc:sldChg>
      <pc:sldChg chg="modSp add mod modAnim modNotesTx">
        <pc:chgData name="David Hoyle" userId="235831776b2d7bf9" providerId="LiveId" clId="{424CF4DE-7678-4F3C-A76F-ABB3B27A05B2}" dt="2026-04-26T23:00:47.105" v="110917" actId="20577"/>
        <pc:sldMkLst>
          <pc:docMk/>
          <pc:sldMk cId="1747421743" sldId="311"/>
        </pc:sldMkLst>
        <pc:spChg chg="mod">
          <ac:chgData name="David Hoyle" userId="235831776b2d7bf9" providerId="LiveId" clId="{424CF4DE-7678-4F3C-A76F-ABB3B27A05B2}" dt="2026-04-20T13:33:31.331" v="30077" actId="1076"/>
          <ac:spMkLst>
            <pc:docMk/>
            <pc:sldMk cId="1747421743" sldId="311"/>
            <ac:spMk id="2" creationId="{16F5C667-8A21-8B85-694A-C7F5B731B86A}"/>
          </ac:spMkLst>
        </pc:spChg>
        <pc:spChg chg="mod">
          <ac:chgData name="David Hoyle" userId="235831776b2d7bf9" providerId="LiveId" clId="{424CF4DE-7678-4F3C-A76F-ABB3B27A05B2}" dt="2026-04-20T13:44:16.279" v="30395" actId="1035"/>
          <ac:spMkLst>
            <pc:docMk/>
            <pc:sldMk cId="1747421743" sldId="311"/>
            <ac:spMk id="9" creationId="{634016CD-355C-0458-9700-2399AC3F3FF5}"/>
          </ac:spMkLst>
        </pc:spChg>
        <pc:spChg chg="mod">
          <ac:chgData name="David Hoyle" userId="235831776b2d7bf9" providerId="LiveId" clId="{424CF4DE-7678-4F3C-A76F-ABB3B27A05B2}" dt="2026-04-20T13:59:09.197" v="30537" actId="20577"/>
          <ac:spMkLst>
            <pc:docMk/>
            <pc:sldMk cId="1747421743" sldId="311"/>
            <ac:spMk id="11" creationId="{B761937F-D5EA-DF8E-3376-3039098321FF}"/>
          </ac:spMkLst>
        </pc:spChg>
        <pc:grpChg chg="mod">
          <ac:chgData name="David Hoyle" userId="235831776b2d7bf9" providerId="LiveId" clId="{424CF4DE-7678-4F3C-A76F-ABB3B27A05B2}" dt="2026-04-20T13:44:16.279" v="30395" actId="1035"/>
          <ac:grpSpMkLst>
            <pc:docMk/>
            <pc:sldMk cId="1747421743" sldId="311"/>
            <ac:grpSpMk id="10" creationId="{A5C79B9E-3ACA-1409-3D9D-61BFD97A1499}"/>
          </ac:grpSpMkLst>
        </pc:grpChg>
        <pc:graphicFrameChg chg="mod modGraphic">
          <ac:chgData name="David Hoyle" userId="235831776b2d7bf9" providerId="LiveId" clId="{424CF4DE-7678-4F3C-A76F-ABB3B27A05B2}" dt="2026-04-20T13:44:16.279" v="30395" actId="1035"/>
          <ac:graphicFrameMkLst>
            <pc:docMk/>
            <pc:sldMk cId="1747421743" sldId="311"/>
            <ac:graphicFrameMk id="5" creationId="{A3E0B797-EABF-2469-395D-548416EC41F0}"/>
          </ac:graphicFrameMkLst>
        </pc:graphicFrameChg>
      </pc:sldChg>
      <pc:sldChg chg="addSp delSp modSp new mod modAnim modNotesTx">
        <pc:chgData name="David Hoyle" userId="235831776b2d7bf9" providerId="LiveId" clId="{424CF4DE-7678-4F3C-A76F-ABB3B27A05B2}" dt="2026-04-26T23:00:50.562" v="110918" actId="20577"/>
        <pc:sldMkLst>
          <pc:docMk/>
          <pc:sldMk cId="4175322915" sldId="312"/>
        </pc:sldMkLst>
        <pc:spChg chg="mod">
          <ac:chgData name="David Hoyle" userId="235831776b2d7bf9" providerId="LiveId" clId="{424CF4DE-7678-4F3C-A76F-ABB3B27A05B2}" dt="2026-04-23T22:18:49.321" v="49292" actId="20577"/>
          <ac:spMkLst>
            <pc:docMk/>
            <pc:sldMk cId="4175322915" sldId="312"/>
            <ac:spMk id="2" creationId="{6224E73B-CCD7-06D0-168D-EA0E7EC57837}"/>
          </ac:spMkLst>
        </pc:spChg>
        <pc:spChg chg="mod">
          <ac:chgData name="David Hoyle" userId="235831776b2d7bf9" providerId="LiveId" clId="{424CF4DE-7678-4F3C-A76F-ABB3B27A05B2}" dt="2026-04-23T23:08:30.347" v="50107" actId="14100"/>
          <ac:spMkLst>
            <pc:docMk/>
            <pc:sldMk cId="4175322915" sldId="312"/>
            <ac:spMk id="3" creationId="{BD8EEBCC-3D43-8A7B-37A2-B04DE6F8B80A}"/>
          </ac:spMkLst>
        </pc:spChg>
        <pc:spChg chg="add mod">
          <ac:chgData name="David Hoyle" userId="235831776b2d7bf9" providerId="LiveId" clId="{424CF4DE-7678-4F3C-A76F-ABB3B27A05B2}" dt="2026-04-23T23:09:48.625" v="50113" actId="20577"/>
          <ac:spMkLst>
            <pc:docMk/>
            <pc:sldMk cId="4175322915" sldId="312"/>
            <ac:spMk id="6" creationId="{A0F3CD05-C45C-8BCB-95D5-536BCD24F47D}"/>
          </ac:spMkLst>
        </pc:spChg>
      </pc:sldChg>
      <pc:sldChg chg="addSp delSp modSp add mod delAnim modAnim modNotesTx">
        <pc:chgData name="David Hoyle" userId="235831776b2d7bf9" providerId="LiveId" clId="{424CF4DE-7678-4F3C-A76F-ABB3B27A05B2}" dt="2026-04-26T23:00:53.847" v="110919" actId="20577"/>
        <pc:sldMkLst>
          <pc:docMk/>
          <pc:sldMk cId="4081845829" sldId="313"/>
        </pc:sldMkLst>
        <pc:spChg chg="mod">
          <ac:chgData name="David Hoyle" userId="235831776b2d7bf9" providerId="LiveId" clId="{424CF4DE-7678-4F3C-A76F-ABB3B27A05B2}" dt="2026-04-21T11:26:31.964" v="30620" actId="1076"/>
          <ac:spMkLst>
            <pc:docMk/>
            <pc:sldMk cId="4081845829" sldId="313"/>
            <ac:spMk id="2" creationId="{F4014815-5F7A-DD85-6AFE-0726ADE0F24E}"/>
          </ac:spMkLst>
        </pc:spChg>
        <pc:spChg chg="mod topLvl">
          <ac:chgData name="David Hoyle" userId="235831776b2d7bf9" providerId="LiveId" clId="{424CF4DE-7678-4F3C-A76F-ABB3B27A05B2}" dt="2026-04-21T12:01:38.422" v="32297" actId="1036"/>
          <ac:spMkLst>
            <pc:docMk/>
            <pc:sldMk cId="4081845829" sldId="313"/>
            <ac:spMk id="7" creationId="{3D8EFD65-B2E9-8D0C-9C6A-016B339C8E22}"/>
          </ac:spMkLst>
        </pc:spChg>
        <pc:spChg chg="add mod">
          <ac:chgData name="David Hoyle" userId="235831776b2d7bf9" providerId="LiveId" clId="{424CF4DE-7678-4F3C-A76F-ABB3B27A05B2}" dt="2026-04-21T12:14:55.425" v="32582" actId="164"/>
          <ac:spMkLst>
            <pc:docMk/>
            <pc:sldMk cId="4081845829" sldId="313"/>
            <ac:spMk id="16" creationId="{4061FCAC-3F80-810F-4DD0-E2604D117963}"/>
          </ac:spMkLst>
        </pc:spChg>
        <pc:spChg chg="add mod">
          <ac:chgData name="David Hoyle" userId="235831776b2d7bf9" providerId="LiveId" clId="{424CF4DE-7678-4F3C-A76F-ABB3B27A05B2}" dt="2026-04-21T12:11:40.327" v="32383" actId="164"/>
          <ac:spMkLst>
            <pc:docMk/>
            <pc:sldMk cId="4081845829" sldId="313"/>
            <ac:spMk id="19" creationId="{2B256FF6-A5BB-02FC-DCBD-3842F3D91E33}"/>
          </ac:spMkLst>
        </pc:spChg>
        <pc:spChg chg="add mod">
          <ac:chgData name="David Hoyle" userId="235831776b2d7bf9" providerId="LiveId" clId="{424CF4DE-7678-4F3C-A76F-ABB3B27A05B2}" dt="2026-04-21T12:11:40.327" v="32383" actId="164"/>
          <ac:spMkLst>
            <pc:docMk/>
            <pc:sldMk cId="4081845829" sldId="313"/>
            <ac:spMk id="20" creationId="{D8182A26-C73F-A5CA-CED6-F1BC72F96F9E}"/>
          </ac:spMkLst>
        </pc:spChg>
        <pc:spChg chg="add mod">
          <ac:chgData name="David Hoyle" userId="235831776b2d7bf9" providerId="LiveId" clId="{424CF4DE-7678-4F3C-A76F-ABB3B27A05B2}" dt="2026-04-21T12:11:40.327" v="32383" actId="164"/>
          <ac:spMkLst>
            <pc:docMk/>
            <pc:sldMk cId="4081845829" sldId="313"/>
            <ac:spMk id="21" creationId="{5353C8BF-C644-B9BA-D8C3-06089EA3AAF6}"/>
          </ac:spMkLst>
        </pc:spChg>
        <pc:spChg chg="add mod">
          <ac:chgData name="David Hoyle" userId="235831776b2d7bf9" providerId="LiveId" clId="{424CF4DE-7678-4F3C-A76F-ABB3B27A05B2}" dt="2026-04-21T12:14:55.425" v="32582" actId="164"/>
          <ac:spMkLst>
            <pc:docMk/>
            <pc:sldMk cId="4081845829" sldId="313"/>
            <ac:spMk id="23" creationId="{C92282E4-2800-0825-92B2-E8813C8106D3}"/>
          </ac:spMkLst>
        </pc:spChg>
        <pc:spChg chg="add mod">
          <ac:chgData name="David Hoyle" userId="235831776b2d7bf9" providerId="LiveId" clId="{424CF4DE-7678-4F3C-A76F-ABB3B27A05B2}" dt="2026-04-21T12:17:27.118" v="32591" actId="164"/>
          <ac:spMkLst>
            <pc:docMk/>
            <pc:sldMk cId="4081845829" sldId="313"/>
            <ac:spMk id="28" creationId="{C2C03F7D-3D74-9DD7-FFAF-3DD66E812C26}"/>
          </ac:spMkLst>
        </pc:spChg>
        <pc:spChg chg="add mod">
          <ac:chgData name="David Hoyle" userId="235831776b2d7bf9" providerId="LiveId" clId="{424CF4DE-7678-4F3C-A76F-ABB3B27A05B2}" dt="2026-04-21T12:11:24.188" v="32382" actId="164"/>
          <ac:spMkLst>
            <pc:docMk/>
            <pc:sldMk cId="4081845829" sldId="313"/>
            <ac:spMk id="40" creationId="{94A5250E-34D7-604C-58CB-D3DFF5EC999A}"/>
          </ac:spMkLst>
        </pc:spChg>
        <pc:spChg chg="add mod">
          <ac:chgData name="David Hoyle" userId="235831776b2d7bf9" providerId="LiveId" clId="{424CF4DE-7678-4F3C-A76F-ABB3B27A05B2}" dt="2026-04-21T12:11:24.188" v="32382" actId="164"/>
          <ac:spMkLst>
            <pc:docMk/>
            <pc:sldMk cId="4081845829" sldId="313"/>
            <ac:spMk id="45" creationId="{A4A3F847-3350-2117-BD76-69F7213D4C01}"/>
          </ac:spMkLst>
        </pc:spChg>
        <pc:spChg chg="add mod">
          <ac:chgData name="David Hoyle" userId="235831776b2d7bf9" providerId="LiveId" clId="{424CF4DE-7678-4F3C-A76F-ABB3B27A05B2}" dt="2026-04-21T12:15:54.594" v="32589" actId="164"/>
          <ac:spMkLst>
            <pc:docMk/>
            <pc:sldMk cId="4081845829" sldId="313"/>
            <ac:spMk id="52" creationId="{43F33957-8BD7-AA74-0B23-D7586865E553}"/>
          </ac:spMkLst>
        </pc:spChg>
        <pc:spChg chg="add mod">
          <ac:chgData name="David Hoyle" userId="235831776b2d7bf9" providerId="LiveId" clId="{424CF4DE-7678-4F3C-A76F-ABB3B27A05B2}" dt="2026-04-21T12:15:54.594" v="32589" actId="164"/>
          <ac:spMkLst>
            <pc:docMk/>
            <pc:sldMk cId="4081845829" sldId="313"/>
            <ac:spMk id="53" creationId="{3E57EE49-41CD-65F8-B7BB-729301B702BB}"/>
          </ac:spMkLst>
        </pc:spChg>
        <pc:grpChg chg="add mod">
          <ac:chgData name="David Hoyle" userId="235831776b2d7bf9" providerId="LiveId" clId="{424CF4DE-7678-4F3C-A76F-ABB3B27A05B2}" dt="2026-04-21T12:15:27.749" v="32584" actId="164"/>
          <ac:grpSpMkLst>
            <pc:docMk/>
            <pc:sldMk cId="4081845829" sldId="313"/>
            <ac:grpSpMk id="48" creationId="{F2E50EDE-C46E-F110-8B6E-E6E650A6E55B}"/>
          </ac:grpSpMkLst>
        </pc:grpChg>
        <pc:grpChg chg="add mod">
          <ac:chgData name="David Hoyle" userId="235831776b2d7bf9" providerId="LiveId" clId="{424CF4DE-7678-4F3C-A76F-ABB3B27A05B2}" dt="2026-04-21T12:17:27.118" v="32591" actId="164"/>
          <ac:grpSpMkLst>
            <pc:docMk/>
            <pc:sldMk cId="4081845829" sldId="313"/>
            <ac:grpSpMk id="49" creationId="{2EF0662F-80ED-E1C6-2806-C079940BC198}"/>
          </ac:grpSpMkLst>
        </pc:grpChg>
        <pc:grpChg chg="add mod">
          <ac:chgData name="David Hoyle" userId="235831776b2d7bf9" providerId="LiveId" clId="{424CF4DE-7678-4F3C-A76F-ABB3B27A05B2}" dt="2026-04-21T12:14:55.425" v="32582" actId="164"/>
          <ac:grpSpMkLst>
            <pc:docMk/>
            <pc:sldMk cId="4081845829" sldId="313"/>
            <ac:grpSpMk id="54" creationId="{BB3B0C99-482B-66EF-E4E2-308F349ED3FF}"/>
          </ac:grpSpMkLst>
        </pc:grpChg>
        <pc:grpChg chg="add mod">
          <ac:chgData name="David Hoyle" userId="235831776b2d7bf9" providerId="LiveId" clId="{424CF4DE-7678-4F3C-A76F-ABB3B27A05B2}" dt="2026-04-21T12:15:27.749" v="32584" actId="164"/>
          <ac:grpSpMkLst>
            <pc:docMk/>
            <pc:sldMk cId="4081845829" sldId="313"/>
            <ac:grpSpMk id="55" creationId="{ACF6764A-9752-5F2D-1F25-5F305E137D48}"/>
          </ac:grpSpMkLst>
        </pc:grpChg>
        <pc:grpChg chg="add mod">
          <ac:chgData name="David Hoyle" userId="235831776b2d7bf9" providerId="LiveId" clId="{424CF4DE-7678-4F3C-A76F-ABB3B27A05B2}" dt="2026-04-21T12:15:54.594" v="32589" actId="164"/>
          <ac:grpSpMkLst>
            <pc:docMk/>
            <pc:sldMk cId="4081845829" sldId="313"/>
            <ac:grpSpMk id="56" creationId="{27978083-15A0-1D34-7160-7E071E41D6CB}"/>
          </ac:grpSpMkLst>
        </pc:grpChg>
        <pc:grpChg chg="add mod">
          <ac:chgData name="David Hoyle" userId="235831776b2d7bf9" providerId="LiveId" clId="{424CF4DE-7678-4F3C-A76F-ABB3B27A05B2}" dt="2026-04-21T12:17:27.118" v="32591" actId="164"/>
          <ac:grpSpMkLst>
            <pc:docMk/>
            <pc:sldMk cId="4081845829" sldId="313"/>
            <ac:grpSpMk id="57" creationId="{749626B5-802D-1752-05F6-4B258D483B82}"/>
          </ac:grpSpMkLst>
        </pc:grpChg>
        <pc:graphicFrameChg chg="mod modGraphic">
          <ac:chgData name="David Hoyle" userId="235831776b2d7bf9" providerId="LiveId" clId="{424CF4DE-7678-4F3C-A76F-ABB3B27A05B2}" dt="2026-04-21T12:01:38.422" v="32297" actId="1036"/>
          <ac:graphicFrameMkLst>
            <pc:docMk/>
            <pc:sldMk cId="4081845829" sldId="313"/>
            <ac:graphicFrameMk id="5" creationId="{D843277E-6E81-14FA-A0B2-1BABE71F272F}"/>
          </ac:graphicFrameMkLst>
        </pc:graphicFrameChg>
        <pc:graphicFrameChg chg="add mod modGraphic">
          <ac:chgData name="David Hoyle" userId="235831776b2d7bf9" providerId="LiveId" clId="{424CF4DE-7678-4F3C-A76F-ABB3B27A05B2}" dt="2026-04-21T12:15:27.749" v="32584" actId="164"/>
          <ac:graphicFrameMkLst>
            <pc:docMk/>
            <pc:sldMk cId="4081845829" sldId="313"/>
            <ac:graphicFrameMk id="24" creationId="{FF2EE7B0-7B3B-1264-50F1-33119A84278E}"/>
          </ac:graphicFrameMkLst>
        </pc:graphicFrameChg>
        <pc:graphicFrameChg chg="add mod modGraphic">
          <ac:chgData name="David Hoyle" userId="235831776b2d7bf9" providerId="LiveId" clId="{424CF4DE-7678-4F3C-A76F-ABB3B27A05B2}" dt="2026-04-21T12:11:40.327" v="32383" actId="164"/>
          <ac:graphicFrameMkLst>
            <pc:docMk/>
            <pc:sldMk cId="4081845829" sldId="313"/>
            <ac:graphicFrameMk id="25" creationId="{3BB0CB69-5DDE-4EF9-B7CF-3A1150930791}"/>
          </ac:graphicFrameMkLst>
        </pc:graphicFrameChg>
        <pc:picChg chg="add mod">
          <ac:chgData name="David Hoyle" userId="235831776b2d7bf9" providerId="LiveId" clId="{424CF4DE-7678-4F3C-A76F-ABB3B27A05B2}" dt="2026-04-21T12:06:01.165" v="32313" actId="1076"/>
          <ac:picMkLst>
            <pc:docMk/>
            <pc:sldMk cId="4081845829" sldId="313"/>
            <ac:picMk id="14" creationId="{092219B4-E11B-8100-8974-261E02B6AEED}"/>
          </ac:picMkLst>
        </pc:picChg>
        <pc:picChg chg="add mod">
          <ac:chgData name="David Hoyle" userId="235831776b2d7bf9" providerId="LiveId" clId="{424CF4DE-7678-4F3C-A76F-ABB3B27A05B2}" dt="2026-04-21T12:11:40.327" v="32383" actId="164"/>
          <ac:picMkLst>
            <pc:docMk/>
            <pc:sldMk cId="4081845829" sldId="313"/>
            <ac:picMk id="27" creationId="{1419F5E9-BB1C-8A0C-5158-3C40671EDA5F}"/>
          </ac:picMkLst>
        </pc:picChg>
      </pc:sldChg>
      <pc:sldChg chg="addSp delSp modSp new mod modAnim modNotesTx">
        <pc:chgData name="David Hoyle" userId="235831776b2d7bf9" providerId="LiveId" clId="{424CF4DE-7678-4F3C-A76F-ABB3B27A05B2}" dt="2026-04-26T23:00:56.783" v="110920" actId="20577"/>
        <pc:sldMkLst>
          <pc:docMk/>
          <pc:sldMk cId="3047304841" sldId="314"/>
        </pc:sldMkLst>
        <pc:spChg chg="mod">
          <ac:chgData name="David Hoyle" userId="235831776b2d7bf9" providerId="LiveId" clId="{424CF4DE-7678-4F3C-A76F-ABB3B27A05B2}" dt="2026-04-22T09:52:20.279" v="33255" actId="14100"/>
          <ac:spMkLst>
            <pc:docMk/>
            <pc:sldMk cId="3047304841" sldId="314"/>
            <ac:spMk id="2" creationId="{D0DF3CD4-9893-A456-38E3-E668C2F12825}"/>
          </ac:spMkLst>
        </pc:spChg>
        <pc:spChg chg="add mod">
          <ac:chgData name="David Hoyle" userId="235831776b2d7bf9" providerId="LiveId" clId="{424CF4DE-7678-4F3C-A76F-ABB3B27A05B2}" dt="2026-04-22T10:02:01.472" v="33566" actId="1076"/>
          <ac:spMkLst>
            <pc:docMk/>
            <pc:sldMk cId="3047304841" sldId="314"/>
            <ac:spMk id="3" creationId="{9F0DAB25-CE05-D02B-114D-7FD65040D941}"/>
          </ac:spMkLst>
        </pc:spChg>
        <pc:spChg chg="add mod">
          <ac:chgData name="David Hoyle" userId="235831776b2d7bf9" providerId="LiveId" clId="{424CF4DE-7678-4F3C-A76F-ABB3B27A05B2}" dt="2026-04-22T10:01:57.442" v="33565" actId="14100"/>
          <ac:spMkLst>
            <pc:docMk/>
            <pc:sldMk cId="3047304841" sldId="314"/>
            <ac:spMk id="7" creationId="{55FB809D-8FF0-3ECA-94F6-EA65F5D5250B}"/>
          </ac:spMkLst>
        </pc:spChg>
        <pc:spChg chg="add mod">
          <ac:chgData name="David Hoyle" userId="235831776b2d7bf9" providerId="LiveId" clId="{424CF4DE-7678-4F3C-A76F-ABB3B27A05B2}" dt="2026-04-22T10:02:52.837" v="33591" actId="164"/>
          <ac:spMkLst>
            <pc:docMk/>
            <pc:sldMk cId="3047304841" sldId="314"/>
            <ac:spMk id="14" creationId="{75D99466-ECD3-2CA6-C40A-E2F1864569FB}"/>
          </ac:spMkLst>
        </pc:spChg>
        <pc:spChg chg="add mod">
          <ac:chgData name="David Hoyle" userId="235831776b2d7bf9" providerId="LiveId" clId="{424CF4DE-7678-4F3C-A76F-ABB3B27A05B2}" dt="2026-04-22T10:04:34.158" v="33886" actId="1076"/>
          <ac:spMkLst>
            <pc:docMk/>
            <pc:sldMk cId="3047304841" sldId="314"/>
            <ac:spMk id="19" creationId="{BDD34434-5FAB-67FF-F248-D55C5810400C}"/>
          </ac:spMkLst>
        </pc:spChg>
        <pc:grpChg chg="add mod">
          <ac:chgData name="David Hoyle" userId="235831776b2d7bf9" providerId="LiveId" clId="{424CF4DE-7678-4F3C-A76F-ABB3B27A05B2}" dt="2026-04-22T10:03:01.560" v="33700" actId="1037"/>
          <ac:grpSpMkLst>
            <pc:docMk/>
            <pc:sldMk cId="3047304841" sldId="314"/>
            <ac:grpSpMk id="18" creationId="{B72E7AB5-5E54-E17F-9AA7-044B59E8BB8B}"/>
          </ac:grpSpMkLst>
        </pc:grpChg>
        <pc:graphicFrameChg chg="add mod">
          <ac:chgData name="David Hoyle" userId="235831776b2d7bf9" providerId="LiveId" clId="{424CF4DE-7678-4F3C-A76F-ABB3B27A05B2}" dt="2026-04-22T10:02:52.837" v="33591" actId="164"/>
          <ac:graphicFrameMkLst>
            <pc:docMk/>
            <pc:sldMk cId="3047304841" sldId="314"/>
            <ac:graphicFrameMk id="8" creationId="{1BD34177-69B4-6AAF-FC69-6A9C8E7309A0}"/>
          </ac:graphicFrameMkLst>
        </pc:graphicFrameChg>
        <pc:graphicFrameChg chg="add mod modGraphic">
          <ac:chgData name="David Hoyle" userId="235831776b2d7bf9" providerId="LiveId" clId="{424CF4DE-7678-4F3C-A76F-ABB3B27A05B2}" dt="2026-04-22T10:02:52.837" v="33591" actId="164"/>
          <ac:graphicFrameMkLst>
            <pc:docMk/>
            <pc:sldMk cId="3047304841" sldId="314"/>
            <ac:graphicFrameMk id="11" creationId="{911E3766-871A-AE40-017C-8D972F7A9F19}"/>
          </ac:graphicFrameMkLst>
        </pc:graphicFrameChg>
        <pc:cxnChg chg="add mod">
          <ac:chgData name="David Hoyle" userId="235831776b2d7bf9" providerId="LiveId" clId="{424CF4DE-7678-4F3C-A76F-ABB3B27A05B2}" dt="2026-04-22T10:02:52.837" v="33591" actId="164"/>
          <ac:cxnSpMkLst>
            <pc:docMk/>
            <pc:sldMk cId="3047304841" sldId="314"/>
            <ac:cxnSpMk id="12" creationId="{D8F9E938-BC88-736F-5AE2-158D657D551A}"/>
          </ac:cxnSpMkLst>
        </pc:cxnChg>
      </pc:sldChg>
      <pc:sldChg chg="modSp new mod">
        <pc:chgData name="David Hoyle" userId="235831776b2d7bf9" providerId="LiveId" clId="{424CF4DE-7678-4F3C-A76F-ABB3B27A05B2}" dt="2026-04-26T22:26:49.007" v="110467" actId="27636"/>
        <pc:sldMkLst>
          <pc:docMk/>
          <pc:sldMk cId="298395179" sldId="317"/>
        </pc:sldMkLst>
        <pc:spChg chg="mod">
          <ac:chgData name="David Hoyle" userId="235831776b2d7bf9" providerId="LiveId" clId="{424CF4DE-7678-4F3C-A76F-ABB3B27A05B2}" dt="2026-04-26T21:33:06.209" v="108353" actId="1076"/>
          <ac:spMkLst>
            <pc:docMk/>
            <pc:sldMk cId="298395179" sldId="317"/>
            <ac:spMk id="2" creationId="{9EFB127E-CC24-133D-CFC0-511ED5452F93}"/>
          </ac:spMkLst>
        </pc:spChg>
        <pc:spChg chg="mod">
          <ac:chgData name="David Hoyle" userId="235831776b2d7bf9" providerId="LiveId" clId="{424CF4DE-7678-4F3C-A76F-ABB3B27A05B2}" dt="2026-04-26T22:26:49.007" v="110467" actId="27636"/>
          <ac:spMkLst>
            <pc:docMk/>
            <pc:sldMk cId="298395179" sldId="317"/>
            <ac:spMk id="3" creationId="{224924F2-ACFF-9DEC-B73E-37938EA66817}"/>
          </ac:spMkLst>
        </pc:spChg>
      </pc:sldChg>
      <pc:sldChg chg="addSp delSp modSp add mod modAnim">
        <pc:chgData name="David Hoyle" userId="235831776b2d7bf9" providerId="LiveId" clId="{424CF4DE-7678-4F3C-A76F-ABB3B27A05B2}" dt="2026-04-22T11:03:19.847" v="38085" actId="164"/>
        <pc:sldMkLst>
          <pc:docMk/>
          <pc:sldMk cId="1506570105" sldId="319"/>
        </pc:sldMkLst>
        <pc:spChg chg="mod">
          <ac:chgData name="David Hoyle" userId="235831776b2d7bf9" providerId="LiveId" clId="{424CF4DE-7678-4F3C-A76F-ABB3B27A05B2}" dt="2026-04-22T11:03:00.026" v="38082" actId="165"/>
          <ac:spMkLst>
            <pc:docMk/>
            <pc:sldMk cId="1506570105" sldId="319"/>
            <ac:spMk id="63" creationId="{10EAD2FB-25CF-2CEC-AAFF-19E169411313}"/>
          </ac:spMkLst>
        </pc:spChg>
        <pc:spChg chg="mod">
          <ac:chgData name="David Hoyle" userId="235831776b2d7bf9" providerId="LiveId" clId="{424CF4DE-7678-4F3C-A76F-ABB3B27A05B2}" dt="2026-04-22T11:03:00.026" v="38082" actId="165"/>
          <ac:spMkLst>
            <pc:docMk/>
            <pc:sldMk cId="1506570105" sldId="319"/>
            <ac:spMk id="66" creationId="{72A89940-4E31-74FB-A6F0-9DDF94B98632}"/>
          </ac:spMkLst>
        </pc:spChg>
        <pc:spChg chg="mod">
          <ac:chgData name="David Hoyle" userId="235831776b2d7bf9" providerId="LiveId" clId="{424CF4DE-7678-4F3C-A76F-ABB3B27A05B2}" dt="2026-04-22T11:03:00.026" v="38082" actId="165"/>
          <ac:spMkLst>
            <pc:docMk/>
            <pc:sldMk cId="1506570105" sldId="319"/>
            <ac:spMk id="69" creationId="{A1000CD4-E6C4-8A2A-145B-963E8207F905}"/>
          </ac:spMkLst>
        </pc:spChg>
        <pc:spChg chg="mod">
          <ac:chgData name="David Hoyle" userId="235831776b2d7bf9" providerId="LiveId" clId="{424CF4DE-7678-4F3C-A76F-ABB3B27A05B2}" dt="2026-04-22T11:03:00.026" v="38082" actId="165"/>
          <ac:spMkLst>
            <pc:docMk/>
            <pc:sldMk cId="1506570105" sldId="319"/>
            <ac:spMk id="72" creationId="{3D1EEBAB-E35E-6E22-4DDE-102C4DDBCDFC}"/>
          </ac:spMkLst>
        </pc:spChg>
        <pc:spChg chg="mod">
          <ac:chgData name="David Hoyle" userId="235831776b2d7bf9" providerId="LiveId" clId="{424CF4DE-7678-4F3C-A76F-ABB3B27A05B2}" dt="2026-04-22T11:03:00.026" v="38082" actId="165"/>
          <ac:spMkLst>
            <pc:docMk/>
            <pc:sldMk cId="1506570105" sldId="319"/>
            <ac:spMk id="73" creationId="{F6FD63AD-E900-9C9C-5B46-4CE93605326C}"/>
          </ac:spMkLst>
        </pc:spChg>
        <pc:grpChg chg="add mod">
          <ac:chgData name="David Hoyle" userId="235831776b2d7bf9" providerId="LiveId" clId="{424CF4DE-7678-4F3C-A76F-ABB3B27A05B2}" dt="2026-04-22T11:03:19.847" v="38085" actId="164"/>
          <ac:grpSpMkLst>
            <pc:docMk/>
            <pc:sldMk cId="1506570105" sldId="319"/>
            <ac:grpSpMk id="8" creationId="{4CD7D611-5E93-158D-DCD5-624F00CCE6B3}"/>
          </ac:grpSpMkLst>
        </pc:grpChg>
        <pc:grpChg chg="mod">
          <ac:chgData name="David Hoyle" userId="235831776b2d7bf9" providerId="LiveId" clId="{424CF4DE-7678-4F3C-A76F-ABB3B27A05B2}" dt="2026-04-22T11:03:00.026" v="38082" actId="165"/>
          <ac:grpSpMkLst>
            <pc:docMk/>
            <pc:sldMk cId="1506570105" sldId="319"/>
            <ac:grpSpMk id="70" creationId="{C6A0090A-2CDC-2CB4-D3F3-D11D84B880CF}"/>
          </ac:grpSpMkLst>
        </pc:grpChg>
        <pc:grpChg chg="mod">
          <ac:chgData name="David Hoyle" userId="235831776b2d7bf9" providerId="LiveId" clId="{424CF4DE-7678-4F3C-A76F-ABB3B27A05B2}" dt="2026-04-22T11:03:19.847" v="38085" actId="164"/>
          <ac:grpSpMkLst>
            <pc:docMk/>
            <pc:sldMk cId="1506570105" sldId="319"/>
            <ac:grpSpMk id="75" creationId="{CA0F4BA2-AA4F-E264-3AEA-2E9F91F32DB4}"/>
          </ac:grpSpMkLst>
        </pc:grpChg>
        <pc:graphicFrameChg chg="mod modGraphic">
          <ac:chgData name="David Hoyle" userId="235831776b2d7bf9" providerId="LiveId" clId="{424CF4DE-7678-4F3C-A76F-ABB3B27A05B2}" dt="2026-04-22T11:03:00.026" v="38082" actId="165"/>
          <ac:graphicFrameMkLst>
            <pc:docMk/>
            <pc:sldMk cId="1506570105" sldId="319"/>
            <ac:graphicFrameMk id="62" creationId="{5AFD5208-0CE5-72A9-D1D0-E8C7D18D58E2}"/>
          </ac:graphicFrameMkLst>
        </pc:graphicFrameChg>
        <pc:graphicFrameChg chg="mod">
          <ac:chgData name="David Hoyle" userId="235831776b2d7bf9" providerId="LiveId" clId="{424CF4DE-7678-4F3C-A76F-ABB3B27A05B2}" dt="2026-04-22T11:03:00.026" v="38082" actId="165"/>
          <ac:graphicFrameMkLst>
            <pc:docMk/>
            <pc:sldMk cId="1506570105" sldId="319"/>
            <ac:graphicFrameMk id="65" creationId="{E4E42D30-40D4-E297-AE8D-4AD031C0B6DA}"/>
          </ac:graphicFrameMkLst>
        </pc:graphicFrameChg>
        <pc:graphicFrameChg chg="mod modGraphic">
          <ac:chgData name="David Hoyle" userId="235831776b2d7bf9" providerId="LiveId" clId="{424CF4DE-7678-4F3C-A76F-ABB3B27A05B2}" dt="2026-04-22T11:03:00.026" v="38082" actId="165"/>
          <ac:graphicFrameMkLst>
            <pc:docMk/>
            <pc:sldMk cId="1506570105" sldId="319"/>
            <ac:graphicFrameMk id="71" creationId="{2E48E9B8-BDC2-086D-EB60-C45371D50837}"/>
          </ac:graphicFrameMkLst>
        </pc:graphicFrameChg>
        <pc:cxnChg chg="mod">
          <ac:chgData name="David Hoyle" userId="235831776b2d7bf9" providerId="LiveId" clId="{424CF4DE-7678-4F3C-A76F-ABB3B27A05B2}" dt="2026-04-22T11:03:19.847" v="38085" actId="164"/>
          <ac:cxnSpMkLst>
            <pc:docMk/>
            <pc:sldMk cId="1506570105" sldId="319"/>
            <ac:cxnSpMk id="77" creationId="{BD96882A-5D73-9EAF-9F56-5073C4F3B2C9}"/>
          </ac:cxnSpMkLst>
        </pc:cxnChg>
        <pc:cxnChg chg="mod">
          <ac:chgData name="David Hoyle" userId="235831776b2d7bf9" providerId="LiveId" clId="{424CF4DE-7678-4F3C-A76F-ABB3B27A05B2}" dt="2026-04-22T11:03:19.847" v="38085" actId="164"/>
          <ac:cxnSpMkLst>
            <pc:docMk/>
            <pc:sldMk cId="1506570105" sldId="319"/>
            <ac:cxnSpMk id="78" creationId="{332831A7-D2C9-2349-C089-9AC7677EA498}"/>
          </ac:cxnSpMkLst>
        </pc:cxnChg>
      </pc:sldChg>
      <pc:sldChg chg="addSp delSp modSp add mod modNotesTx">
        <pc:chgData name="David Hoyle" userId="235831776b2d7bf9" providerId="LiveId" clId="{424CF4DE-7678-4F3C-A76F-ABB3B27A05B2}" dt="2026-04-26T23:01:05.963" v="110922" actId="20577"/>
        <pc:sldMkLst>
          <pc:docMk/>
          <pc:sldMk cId="2601152502" sldId="320"/>
        </pc:sldMkLst>
        <pc:spChg chg="mod">
          <ac:chgData name="David Hoyle" userId="235831776b2d7bf9" providerId="LiveId" clId="{424CF4DE-7678-4F3C-A76F-ABB3B27A05B2}" dt="2026-04-22T11:04:45.445" v="38096" actId="20577"/>
          <ac:spMkLst>
            <pc:docMk/>
            <pc:sldMk cId="2601152502" sldId="320"/>
            <ac:spMk id="63" creationId="{ECFB3681-4350-1777-A3CE-C3F2C458C26C}"/>
          </ac:spMkLst>
        </pc:spChg>
        <pc:spChg chg="mod">
          <ac:chgData name="David Hoyle" userId="235831776b2d7bf9" providerId="LiveId" clId="{424CF4DE-7678-4F3C-A76F-ABB3B27A05B2}" dt="2026-04-22T11:04:45.445" v="38096" actId="20577"/>
          <ac:spMkLst>
            <pc:docMk/>
            <pc:sldMk cId="2601152502" sldId="320"/>
            <ac:spMk id="66" creationId="{3C6BA2C4-23B1-25A7-D681-CF816779E547}"/>
          </ac:spMkLst>
        </pc:spChg>
        <pc:spChg chg="mod">
          <ac:chgData name="David Hoyle" userId="235831776b2d7bf9" providerId="LiveId" clId="{424CF4DE-7678-4F3C-A76F-ABB3B27A05B2}" dt="2026-04-22T11:04:45.445" v="38096" actId="20577"/>
          <ac:spMkLst>
            <pc:docMk/>
            <pc:sldMk cId="2601152502" sldId="320"/>
            <ac:spMk id="69" creationId="{F2587E6F-85B6-4482-B04B-3BB774BA7797}"/>
          </ac:spMkLst>
        </pc:spChg>
        <pc:spChg chg="mod">
          <ac:chgData name="David Hoyle" userId="235831776b2d7bf9" providerId="LiveId" clId="{424CF4DE-7678-4F3C-A76F-ABB3B27A05B2}" dt="2026-04-22T11:04:45.445" v="38096" actId="20577"/>
          <ac:spMkLst>
            <pc:docMk/>
            <pc:sldMk cId="2601152502" sldId="320"/>
            <ac:spMk id="72" creationId="{CF3B241E-0A5E-2E5C-971A-23514179D19D}"/>
          </ac:spMkLst>
        </pc:spChg>
        <pc:spChg chg="mod">
          <ac:chgData name="David Hoyle" userId="235831776b2d7bf9" providerId="LiveId" clId="{424CF4DE-7678-4F3C-A76F-ABB3B27A05B2}" dt="2026-04-22T11:04:45.445" v="38096" actId="20577"/>
          <ac:spMkLst>
            <pc:docMk/>
            <pc:sldMk cId="2601152502" sldId="320"/>
            <ac:spMk id="73" creationId="{C09F20CE-8385-90D1-8035-00207041001B}"/>
          </ac:spMkLst>
        </pc:spChg>
        <pc:grpChg chg="add mod">
          <ac:chgData name="David Hoyle" userId="235831776b2d7bf9" providerId="LiveId" clId="{424CF4DE-7678-4F3C-A76F-ABB3B27A05B2}" dt="2026-04-22T11:05:26.237" v="38111" actId="164"/>
          <ac:grpSpMkLst>
            <pc:docMk/>
            <pc:sldMk cId="2601152502" sldId="320"/>
            <ac:grpSpMk id="12" creationId="{1007E7FF-242F-E1C8-E1F4-8E7FA4889980}"/>
          </ac:grpSpMkLst>
        </pc:grpChg>
        <pc:grpChg chg="mod">
          <ac:chgData name="David Hoyle" userId="235831776b2d7bf9" providerId="LiveId" clId="{424CF4DE-7678-4F3C-A76F-ABB3B27A05B2}" dt="2026-04-22T11:04:45.445" v="38096" actId="20577"/>
          <ac:grpSpMkLst>
            <pc:docMk/>
            <pc:sldMk cId="2601152502" sldId="320"/>
            <ac:grpSpMk id="64" creationId="{29C5AD19-112D-2178-26B7-1CCD19FBF2BB}"/>
          </ac:grpSpMkLst>
        </pc:grpChg>
        <pc:grpChg chg="mod">
          <ac:chgData name="David Hoyle" userId="235831776b2d7bf9" providerId="LiveId" clId="{424CF4DE-7678-4F3C-A76F-ABB3B27A05B2}" dt="2026-04-22T11:04:45.445" v="38096" actId="20577"/>
          <ac:grpSpMkLst>
            <pc:docMk/>
            <pc:sldMk cId="2601152502" sldId="320"/>
            <ac:grpSpMk id="70" creationId="{9FE09EAD-3A40-9C77-C25B-B05B696D2463}"/>
          </ac:grpSpMkLst>
        </pc:grpChg>
        <pc:grpChg chg="mod">
          <ac:chgData name="David Hoyle" userId="235831776b2d7bf9" providerId="LiveId" clId="{424CF4DE-7678-4F3C-A76F-ABB3B27A05B2}" dt="2026-04-22T11:05:26.237" v="38111" actId="164"/>
          <ac:grpSpMkLst>
            <pc:docMk/>
            <pc:sldMk cId="2601152502" sldId="320"/>
            <ac:grpSpMk id="75" creationId="{0EE6C2C4-16B9-BE11-B399-58E3D5B16925}"/>
          </ac:grpSpMkLst>
        </pc:grpChg>
        <pc:graphicFrameChg chg="mod modGraphic">
          <ac:chgData name="David Hoyle" userId="235831776b2d7bf9" providerId="LiveId" clId="{424CF4DE-7678-4F3C-A76F-ABB3B27A05B2}" dt="2026-04-22T11:05:06.616" v="38110" actId="20577"/>
          <ac:graphicFrameMkLst>
            <pc:docMk/>
            <pc:sldMk cId="2601152502" sldId="320"/>
            <ac:graphicFrameMk id="62" creationId="{0E0B1C41-A837-4E0B-5046-EFB10410EA12}"/>
          </ac:graphicFrameMkLst>
        </pc:graphicFrameChg>
        <pc:graphicFrameChg chg="mod">
          <ac:chgData name="David Hoyle" userId="235831776b2d7bf9" providerId="LiveId" clId="{424CF4DE-7678-4F3C-A76F-ABB3B27A05B2}" dt="2026-04-22T11:04:45.445" v="38096" actId="20577"/>
          <ac:graphicFrameMkLst>
            <pc:docMk/>
            <pc:sldMk cId="2601152502" sldId="320"/>
            <ac:graphicFrameMk id="65" creationId="{48137DA8-B6B7-4BE8-9745-D329222A8B83}"/>
          </ac:graphicFrameMkLst>
        </pc:graphicFrameChg>
        <pc:graphicFrameChg chg="mod modGraphic">
          <ac:chgData name="David Hoyle" userId="235831776b2d7bf9" providerId="LiveId" clId="{424CF4DE-7678-4F3C-A76F-ABB3B27A05B2}" dt="2026-04-22T11:05:00.636" v="38104" actId="20577"/>
          <ac:graphicFrameMkLst>
            <pc:docMk/>
            <pc:sldMk cId="2601152502" sldId="320"/>
            <ac:graphicFrameMk id="71" creationId="{3B71226A-A4AA-D72E-F026-D57EC698B8CC}"/>
          </ac:graphicFrameMkLst>
        </pc:graphicFrameChg>
        <pc:cxnChg chg="mod">
          <ac:chgData name="David Hoyle" userId="235831776b2d7bf9" providerId="LiveId" clId="{424CF4DE-7678-4F3C-A76F-ABB3B27A05B2}" dt="2026-04-22T11:05:26.237" v="38111" actId="164"/>
          <ac:cxnSpMkLst>
            <pc:docMk/>
            <pc:sldMk cId="2601152502" sldId="320"/>
            <ac:cxnSpMk id="77" creationId="{37B76A41-0689-D9EF-1D9B-52B96C15F94F}"/>
          </ac:cxnSpMkLst>
        </pc:cxnChg>
        <pc:cxnChg chg="mod">
          <ac:chgData name="David Hoyle" userId="235831776b2d7bf9" providerId="LiveId" clId="{424CF4DE-7678-4F3C-A76F-ABB3B27A05B2}" dt="2026-04-22T11:05:26.237" v="38111" actId="164"/>
          <ac:cxnSpMkLst>
            <pc:docMk/>
            <pc:sldMk cId="2601152502" sldId="320"/>
            <ac:cxnSpMk id="78" creationId="{D72EF824-5E16-E304-2B44-8AC61D9F57D5}"/>
          </ac:cxnSpMkLst>
        </pc:cxnChg>
      </pc:sldChg>
      <pc:sldChg chg="addSp delSp modSp add mod modAnim modNotesTx">
        <pc:chgData name="David Hoyle" userId="235831776b2d7bf9" providerId="LiveId" clId="{424CF4DE-7678-4F3C-A76F-ABB3B27A05B2}" dt="2026-04-26T23:01:00.127" v="110921" actId="20577"/>
        <pc:sldMkLst>
          <pc:docMk/>
          <pc:sldMk cId="2479058228" sldId="321"/>
        </pc:sldMkLst>
        <pc:spChg chg="mod">
          <ac:chgData name="David Hoyle" userId="235831776b2d7bf9" providerId="LiveId" clId="{424CF4DE-7678-4F3C-A76F-ABB3B27A05B2}" dt="2026-04-22T11:08:27.210" v="38132" actId="20577"/>
          <ac:spMkLst>
            <pc:docMk/>
            <pc:sldMk cId="2479058228" sldId="321"/>
            <ac:spMk id="63" creationId="{DAE2A764-FDCC-2009-7195-A318426A8252}"/>
          </ac:spMkLst>
        </pc:spChg>
        <pc:spChg chg="mod">
          <ac:chgData name="David Hoyle" userId="235831776b2d7bf9" providerId="LiveId" clId="{424CF4DE-7678-4F3C-A76F-ABB3B27A05B2}" dt="2026-04-22T11:08:27.210" v="38132" actId="20577"/>
          <ac:spMkLst>
            <pc:docMk/>
            <pc:sldMk cId="2479058228" sldId="321"/>
            <ac:spMk id="66" creationId="{ED6D5970-0797-177B-0016-C7F297A572B3}"/>
          </ac:spMkLst>
        </pc:spChg>
        <pc:spChg chg="mod">
          <ac:chgData name="David Hoyle" userId="235831776b2d7bf9" providerId="LiveId" clId="{424CF4DE-7678-4F3C-A76F-ABB3B27A05B2}" dt="2026-04-22T11:08:27.210" v="38132" actId="20577"/>
          <ac:spMkLst>
            <pc:docMk/>
            <pc:sldMk cId="2479058228" sldId="321"/>
            <ac:spMk id="69" creationId="{2C83B5A4-3E92-AAF5-A23D-D38709935DCC}"/>
          </ac:spMkLst>
        </pc:spChg>
        <pc:spChg chg="mod">
          <ac:chgData name="David Hoyle" userId="235831776b2d7bf9" providerId="LiveId" clId="{424CF4DE-7678-4F3C-A76F-ABB3B27A05B2}" dt="2026-04-22T11:08:27.210" v="38132" actId="20577"/>
          <ac:spMkLst>
            <pc:docMk/>
            <pc:sldMk cId="2479058228" sldId="321"/>
            <ac:spMk id="72" creationId="{08F8D749-13BE-97C5-6162-209FF8069847}"/>
          </ac:spMkLst>
        </pc:spChg>
        <pc:spChg chg="mod">
          <ac:chgData name="David Hoyle" userId="235831776b2d7bf9" providerId="LiveId" clId="{424CF4DE-7678-4F3C-A76F-ABB3B27A05B2}" dt="2026-04-22T11:08:27.210" v="38132" actId="20577"/>
          <ac:spMkLst>
            <pc:docMk/>
            <pc:sldMk cId="2479058228" sldId="321"/>
            <ac:spMk id="73" creationId="{FE74F49D-742C-1538-DF2D-9889D608BBEF}"/>
          </ac:spMkLst>
        </pc:spChg>
        <pc:grpChg chg="add mod">
          <ac:chgData name="David Hoyle" userId="235831776b2d7bf9" providerId="LiveId" clId="{424CF4DE-7678-4F3C-A76F-ABB3B27A05B2}" dt="2026-04-22T11:09:31.019" v="38151" actId="164"/>
          <ac:grpSpMkLst>
            <pc:docMk/>
            <pc:sldMk cId="2479058228" sldId="321"/>
            <ac:grpSpMk id="11" creationId="{0FDCA833-8549-5939-0B11-12CAD3870A22}"/>
          </ac:grpSpMkLst>
        </pc:grpChg>
        <pc:grpChg chg="mod">
          <ac:chgData name="David Hoyle" userId="235831776b2d7bf9" providerId="LiveId" clId="{424CF4DE-7678-4F3C-A76F-ABB3B27A05B2}" dt="2026-04-22T11:08:27.210" v="38132" actId="20577"/>
          <ac:grpSpMkLst>
            <pc:docMk/>
            <pc:sldMk cId="2479058228" sldId="321"/>
            <ac:grpSpMk id="67" creationId="{B20CD701-1C7F-26AD-BDC9-5ABC57C022C7}"/>
          </ac:grpSpMkLst>
        </pc:grpChg>
        <pc:grpChg chg="mod topLvl">
          <ac:chgData name="David Hoyle" userId="235831776b2d7bf9" providerId="LiveId" clId="{424CF4DE-7678-4F3C-A76F-ABB3B27A05B2}" dt="2026-04-22T11:09:31.019" v="38151" actId="164"/>
          <ac:grpSpMkLst>
            <pc:docMk/>
            <pc:sldMk cId="2479058228" sldId="321"/>
            <ac:grpSpMk id="75" creationId="{22D83A43-910A-329E-2C42-F13B0A56C2B9}"/>
          </ac:grpSpMkLst>
        </pc:grpChg>
        <pc:graphicFrameChg chg="mod modGraphic">
          <ac:chgData name="David Hoyle" userId="235831776b2d7bf9" providerId="LiveId" clId="{424CF4DE-7678-4F3C-A76F-ABB3B27A05B2}" dt="2026-04-22T11:08:43.642" v="38148" actId="20577"/>
          <ac:graphicFrameMkLst>
            <pc:docMk/>
            <pc:sldMk cId="2479058228" sldId="321"/>
            <ac:graphicFrameMk id="62" creationId="{F730ADE5-AD64-112A-9E41-8EC9ECCBAA4F}"/>
          </ac:graphicFrameMkLst>
        </pc:graphicFrameChg>
        <pc:graphicFrameChg chg="mod">
          <ac:chgData name="David Hoyle" userId="235831776b2d7bf9" providerId="LiveId" clId="{424CF4DE-7678-4F3C-A76F-ABB3B27A05B2}" dt="2026-04-22T11:08:39.088" v="38142" actId="20577"/>
          <ac:graphicFrameMkLst>
            <pc:docMk/>
            <pc:sldMk cId="2479058228" sldId="321"/>
            <ac:graphicFrameMk id="65" creationId="{56099372-FA6E-3BC3-A86C-A54F60230864}"/>
          </ac:graphicFrameMkLst>
        </pc:graphicFrameChg>
        <pc:graphicFrameChg chg="mod modGraphic">
          <ac:chgData name="David Hoyle" userId="235831776b2d7bf9" providerId="LiveId" clId="{424CF4DE-7678-4F3C-A76F-ABB3B27A05B2}" dt="2026-04-22T11:08:35.114" v="38140" actId="20577"/>
          <ac:graphicFrameMkLst>
            <pc:docMk/>
            <pc:sldMk cId="2479058228" sldId="321"/>
            <ac:graphicFrameMk id="71" creationId="{BAC5CECF-2CFA-752C-68C0-160A74A5D209}"/>
          </ac:graphicFrameMkLst>
        </pc:graphicFrameChg>
        <pc:cxnChg chg="mod">
          <ac:chgData name="David Hoyle" userId="235831776b2d7bf9" providerId="LiveId" clId="{424CF4DE-7678-4F3C-A76F-ABB3B27A05B2}" dt="2026-04-22T11:09:31.019" v="38151" actId="164"/>
          <ac:cxnSpMkLst>
            <pc:docMk/>
            <pc:sldMk cId="2479058228" sldId="321"/>
            <ac:cxnSpMk id="77" creationId="{34E14A5C-9BD2-CD84-FB51-AB080504A645}"/>
          </ac:cxnSpMkLst>
        </pc:cxnChg>
        <pc:cxnChg chg="mod">
          <ac:chgData name="David Hoyle" userId="235831776b2d7bf9" providerId="LiveId" clId="{424CF4DE-7678-4F3C-A76F-ABB3B27A05B2}" dt="2026-04-22T11:09:31.019" v="38151" actId="164"/>
          <ac:cxnSpMkLst>
            <pc:docMk/>
            <pc:sldMk cId="2479058228" sldId="321"/>
            <ac:cxnSpMk id="78" creationId="{D05BCC7C-D53B-6432-BD26-A5D2A634DE79}"/>
          </ac:cxnSpMkLst>
        </pc:cxnChg>
      </pc:sldChg>
      <pc:sldChg chg="addSp delSp modSp add mod modNotesTx">
        <pc:chgData name="David Hoyle" userId="235831776b2d7bf9" providerId="LiveId" clId="{424CF4DE-7678-4F3C-A76F-ABB3B27A05B2}" dt="2026-04-26T23:01:09.104" v="110923" actId="20577"/>
        <pc:sldMkLst>
          <pc:docMk/>
          <pc:sldMk cId="3373006591" sldId="322"/>
        </pc:sldMkLst>
        <pc:spChg chg="add mod">
          <ac:chgData name="David Hoyle" userId="235831776b2d7bf9" providerId="LiveId" clId="{424CF4DE-7678-4F3C-A76F-ABB3B27A05B2}" dt="2026-04-22T20:39:51.066" v="43007" actId="1076"/>
          <ac:spMkLst>
            <pc:docMk/>
            <pc:sldMk cId="3373006591" sldId="322"/>
            <ac:spMk id="3" creationId="{6FA1C108-0CD6-40B1-F9D1-83286200A9EE}"/>
          </ac:spMkLst>
        </pc:spChg>
        <pc:spChg chg="mod">
          <ac:chgData name="David Hoyle" userId="235831776b2d7bf9" providerId="LiveId" clId="{424CF4DE-7678-4F3C-A76F-ABB3B27A05B2}" dt="2026-04-22T20:33:56.998" v="42975" actId="14100"/>
          <ac:spMkLst>
            <pc:docMk/>
            <pc:sldMk cId="3373006591" sldId="322"/>
            <ac:spMk id="7" creationId="{7C9FE25B-3D79-7685-021D-0AE8CD6FB25F}"/>
          </ac:spMkLst>
        </pc:spChg>
      </pc:sldChg>
      <pc:sldChg chg="addSp delSp modSp add mod modNotesTx">
        <pc:chgData name="David Hoyle" userId="235831776b2d7bf9" providerId="LiveId" clId="{424CF4DE-7678-4F3C-A76F-ABB3B27A05B2}" dt="2026-04-26T23:01:16.501" v="110924" actId="20577"/>
        <pc:sldMkLst>
          <pc:docMk/>
          <pc:sldMk cId="252157722" sldId="323"/>
        </pc:sldMkLst>
        <pc:spChg chg="mod">
          <ac:chgData name="David Hoyle" userId="235831776b2d7bf9" providerId="LiveId" clId="{424CF4DE-7678-4F3C-A76F-ABB3B27A05B2}" dt="2026-04-23T21:55:41.991" v="46064" actId="20577"/>
          <ac:spMkLst>
            <pc:docMk/>
            <pc:sldMk cId="252157722" sldId="323"/>
            <ac:spMk id="7" creationId="{203AFDAA-305A-5793-755B-E1BA2CFEA433}"/>
          </ac:spMkLst>
        </pc:spChg>
        <pc:spChg chg="mod">
          <ac:chgData name="David Hoyle" userId="235831776b2d7bf9" providerId="LiveId" clId="{424CF4DE-7678-4F3C-A76F-ABB3B27A05B2}" dt="2026-04-22T11:23:42.889" v="39680" actId="1038"/>
          <ac:spMkLst>
            <pc:docMk/>
            <pc:sldMk cId="252157722" sldId="323"/>
            <ac:spMk id="23" creationId="{C61413E9-0E55-245C-7CAD-6CE125C8250A}"/>
          </ac:spMkLst>
        </pc:spChg>
        <pc:spChg chg="mod">
          <ac:chgData name="David Hoyle" userId="235831776b2d7bf9" providerId="LiveId" clId="{424CF4DE-7678-4F3C-A76F-ABB3B27A05B2}" dt="2026-04-22T11:23:42.889" v="39680" actId="1038"/>
          <ac:spMkLst>
            <pc:docMk/>
            <pc:sldMk cId="252157722" sldId="323"/>
            <ac:spMk id="24" creationId="{4C6CF291-DA6C-878B-772D-748E8A97CC2C}"/>
          </ac:spMkLst>
        </pc:spChg>
        <pc:spChg chg="mod">
          <ac:chgData name="David Hoyle" userId="235831776b2d7bf9" providerId="LiveId" clId="{424CF4DE-7678-4F3C-A76F-ABB3B27A05B2}" dt="2026-04-22T11:23:15.219" v="39540" actId="1037"/>
          <ac:spMkLst>
            <pc:docMk/>
            <pc:sldMk cId="252157722" sldId="323"/>
            <ac:spMk id="25" creationId="{5153A968-F77A-4F9C-6F13-B7B05547B7EA}"/>
          </ac:spMkLst>
        </pc:spChg>
        <pc:spChg chg="mod">
          <ac:chgData name="David Hoyle" userId="235831776b2d7bf9" providerId="LiveId" clId="{424CF4DE-7678-4F3C-A76F-ABB3B27A05B2}" dt="2026-04-22T11:23:15.219" v="39540" actId="1037"/>
          <ac:spMkLst>
            <pc:docMk/>
            <pc:sldMk cId="252157722" sldId="323"/>
            <ac:spMk id="26" creationId="{1A3B5C07-97CE-E6D3-30D9-9C75699C65A6}"/>
          </ac:spMkLst>
        </pc:spChg>
        <pc:spChg chg="mod">
          <ac:chgData name="David Hoyle" userId="235831776b2d7bf9" providerId="LiveId" clId="{424CF4DE-7678-4F3C-A76F-ABB3B27A05B2}" dt="2026-04-22T11:22:28.396" v="39396" actId="1037"/>
          <ac:spMkLst>
            <pc:docMk/>
            <pc:sldMk cId="252157722" sldId="323"/>
            <ac:spMk id="27" creationId="{078B31A4-D9D8-2EC9-1129-800F8C8A60C2}"/>
          </ac:spMkLst>
        </pc:spChg>
        <pc:spChg chg="mod">
          <ac:chgData name="David Hoyle" userId="235831776b2d7bf9" providerId="LiveId" clId="{424CF4DE-7678-4F3C-A76F-ABB3B27A05B2}" dt="2026-04-22T11:22:28.396" v="39396" actId="1037"/>
          <ac:spMkLst>
            <pc:docMk/>
            <pc:sldMk cId="252157722" sldId="323"/>
            <ac:spMk id="28" creationId="{033A5E44-6818-6C1A-5FD0-080B24EDAC20}"/>
          </ac:spMkLst>
        </pc:spChg>
        <pc:spChg chg="mod">
          <ac:chgData name="David Hoyle" userId="235831776b2d7bf9" providerId="LiveId" clId="{424CF4DE-7678-4F3C-A76F-ABB3B27A05B2}" dt="2026-04-22T11:21:47.879" v="39266" actId="1037"/>
          <ac:spMkLst>
            <pc:docMk/>
            <pc:sldMk cId="252157722" sldId="323"/>
            <ac:spMk id="29" creationId="{B045403E-58BD-BADF-6133-DB981690B554}"/>
          </ac:spMkLst>
        </pc:spChg>
        <pc:spChg chg="mod">
          <ac:chgData name="David Hoyle" userId="235831776b2d7bf9" providerId="LiveId" clId="{424CF4DE-7678-4F3C-A76F-ABB3B27A05B2}" dt="2026-04-22T11:21:47.879" v="39266" actId="1037"/>
          <ac:spMkLst>
            <pc:docMk/>
            <pc:sldMk cId="252157722" sldId="323"/>
            <ac:spMk id="30" creationId="{0F446365-8266-105E-2BAB-6C27C6DF4370}"/>
          </ac:spMkLst>
        </pc:spChg>
        <pc:spChg chg="mod">
          <ac:chgData name="David Hoyle" userId="235831776b2d7bf9" providerId="LiveId" clId="{424CF4DE-7678-4F3C-A76F-ABB3B27A05B2}" dt="2026-04-22T11:21:30.542" v="39218" actId="1037"/>
          <ac:spMkLst>
            <pc:docMk/>
            <pc:sldMk cId="252157722" sldId="323"/>
            <ac:spMk id="31" creationId="{85A5497D-35C8-49A1-3AE2-8372E4276CEB}"/>
          </ac:spMkLst>
        </pc:spChg>
        <pc:spChg chg="mod">
          <ac:chgData name="David Hoyle" userId="235831776b2d7bf9" providerId="LiveId" clId="{424CF4DE-7678-4F3C-A76F-ABB3B27A05B2}" dt="2026-04-22T11:21:30.542" v="39218" actId="1037"/>
          <ac:spMkLst>
            <pc:docMk/>
            <pc:sldMk cId="252157722" sldId="323"/>
            <ac:spMk id="32" creationId="{1D468C3C-C3C3-855A-15D3-AC24DC3C8D10}"/>
          </ac:spMkLst>
        </pc:spChg>
        <pc:spChg chg="mod">
          <ac:chgData name="David Hoyle" userId="235831776b2d7bf9" providerId="LiveId" clId="{424CF4DE-7678-4F3C-A76F-ABB3B27A05B2}" dt="2026-04-22T11:15:16.844" v="38499" actId="1038"/>
          <ac:spMkLst>
            <pc:docMk/>
            <pc:sldMk cId="252157722" sldId="323"/>
            <ac:spMk id="33" creationId="{EF864853-DCDF-6BA6-19C3-8CE682A58B57}"/>
          </ac:spMkLst>
        </pc:spChg>
        <pc:spChg chg="mod">
          <ac:chgData name="David Hoyle" userId="235831776b2d7bf9" providerId="LiveId" clId="{424CF4DE-7678-4F3C-A76F-ABB3B27A05B2}" dt="2026-04-22T11:15:16.844" v="38499" actId="1038"/>
          <ac:spMkLst>
            <pc:docMk/>
            <pc:sldMk cId="252157722" sldId="323"/>
            <ac:spMk id="34" creationId="{A92F4B53-013E-9976-B908-FE42769E604A}"/>
          </ac:spMkLst>
        </pc:spChg>
        <pc:spChg chg="mod topLvl">
          <ac:chgData name="David Hoyle" userId="235831776b2d7bf9" providerId="LiveId" clId="{424CF4DE-7678-4F3C-A76F-ABB3B27A05B2}" dt="2026-04-22T11:17:18.216" v="38640" actId="164"/>
          <ac:spMkLst>
            <pc:docMk/>
            <pc:sldMk cId="252157722" sldId="323"/>
            <ac:spMk id="41" creationId="{9040BB08-BE1B-C009-B248-F8C0AF86107C}"/>
          </ac:spMkLst>
        </pc:spChg>
        <pc:spChg chg="add mod">
          <ac:chgData name="David Hoyle" userId="235831776b2d7bf9" providerId="LiveId" clId="{424CF4DE-7678-4F3C-A76F-ABB3B27A05B2}" dt="2026-04-22T11:20:27.635" v="39055" actId="1035"/>
          <ac:spMkLst>
            <pc:docMk/>
            <pc:sldMk cId="252157722" sldId="323"/>
            <ac:spMk id="44" creationId="{AD306987-C0E4-4133-D438-2F3DFBDB774E}"/>
          </ac:spMkLst>
        </pc:spChg>
        <pc:grpChg chg="mod">
          <ac:chgData name="David Hoyle" userId="235831776b2d7bf9" providerId="LiveId" clId="{424CF4DE-7678-4F3C-A76F-ABB3B27A05B2}" dt="2026-04-22T11:24:41.160" v="39844" actId="1038"/>
          <ac:grpSpMkLst>
            <pc:docMk/>
            <pc:sldMk cId="252157722" sldId="323"/>
            <ac:grpSpMk id="6" creationId="{07B07CB5-DEC8-F2E5-3E2B-741825493281}"/>
          </ac:grpSpMkLst>
        </pc:grpChg>
        <pc:grpChg chg="mod">
          <ac:chgData name="David Hoyle" userId="235831776b2d7bf9" providerId="LiveId" clId="{424CF4DE-7678-4F3C-A76F-ABB3B27A05B2}" dt="2026-04-22T11:14:19.209" v="38365" actId="338"/>
          <ac:grpSpMkLst>
            <pc:docMk/>
            <pc:sldMk cId="252157722" sldId="323"/>
            <ac:grpSpMk id="12" creationId="{08C0B1FE-ABCB-5EF5-9AB9-33DE7D47C138}"/>
          </ac:grpSpMkLst>
        </pc:grpChg>
        <pc:grpChg chg="mod">
          <ac:chgData name="David Hoyle" userId="235831776b2d7bf9" providerId="LiveId" clId="{424CF4DE-7678-4F3C-A76F-ABB3B27A05B2}" dt="2026-04-22T11:14:19.209" v="38365" actId="338"/>
          <ac:grpSpMkLst>
            <pc:docMk/>
            <pc:sldMk cId="252157722" sldId="323"/>
            <ac:grpSpMk id="13" creationId="{48747314-B2C9-89C3-6A79-CDA04ED4BE9F}"/>
          </ac:grpSpMkLst>
        </pc:grpChg>
        <pc:grpChg chg="mod">
          <ac:chgData name="David Hoyle" userId="235831776b2d7bf9" providerId="LiveId" clId="{424CF4DE-7678-4F3C-A76F-ABB3B27A05B2}" dt="2026-04-22T11:14:19.209" v="38365" actId="338"/>
          <ac:grpSpMkLst>
            <pc:docMk/>
            <pc:sldMk cId="252157722" sldId="323"/>
            <ac:grpSpMk id="14" creationId="{554773FD-8323-447C-C590-A863F69F8C91}"/>
          </ac:grpSpMkLst>
        </pc:grpChg>
        <pc:grpChg chg="mod">
          <ac:chgData name="David Hoyle" userId="235831776b2d7bf9" providerId="LiveId" clId="{424CF4DE-7678-4F3C-A76F-ABB3B27A05B2}" dt="2026-04-22T11:14:19.209" v="38365" actId="338"/>
          <ac:grpSpMkLst>
            <pc:docMk/>
            <pc:sldMk cId="252157722" sldId="323"/>
            <ac:grpSpMk id="15" creationId="{D7428ACD-9326-439F-3FBB-CE40E880F458}"/>
          </ac:grpSpMkLst>
        </pc:grpChg>
        <pc:grpChg chg="mod">
          <ac:chgData name="David Hoyle" userId="235831776b2d7bf9" providerId="LiveId" clId="{424CF4DE-7678-4F3C-A76F-ABB3B27A05B2}" dt="2026-04-22T11:14:19.209" v="38365" actId="338"/>
          <ac:grpSpMkLst>
            <pc:docMk/>
            <pc:sldMk cId="252157722" sldId="323"/>
            <ac:grpSpMk id="16" creationId="{67241B44-70DD-A1A4-CC73-17DC2971F7AF}"/>
          </ac:grpSpMkLst>
        </pc:grpChg>
        <pc:grpChg chg="mod">
          <ac:chgData name="David Hoyle" userId="235831776b2d7bf9" providerId="LiveId" clId="{424CF4DE-7678-4F3C-A76F-ABB3B27A05B2}" dt="2026-04-22T11:14:19.209" v="38365" actId="338"/>
          <ac:grpSpMkLst>
            <pc:docMk/>
            <pc:sldMk cId="252157722" sldId="323"/>
            <ac:grpSpMk id="21" creationId="{B63B2784-CBED-13FE-FA73-059324376901}"/>
          </ac:grpSpMkLst>
        </pc:grpChg>
        <pc:grpChg chg="add mod">
          <ac:chgData name="David Hoyle" userId="235831776b2d7bf9" providerId="LiveId" clId="{424CF4DE-7678-4F3C-A76F-ABB3B27A05B2}" dt="2026-04-22T11:20:27.635" v="39055" actId="1035"/>
          <ac:grpSpMkLst>
            <pc:docMk/>
            <pc:sldMk cId="252157722" sldId="323"/>
            <ac:grpSpMk id="39" creationId="{372EFF00-DB6E-E9D5-60EC-064C3EEA636D}"/>
          </ac:grpSpMkLst>
        </pc:grpChg>
        <pc:grpChg chg="add mod">
          <ac:chgData name="David Hoyle" userId="235831776b2d7bf9" providerId="LiveId" clId="{424CF4DE-7678-4F3C-A76F-ABB3B27A05B2}" dt="2026-04-22T11:17:18.216" v="38640" actId="164"/>
          <ac:grpSpMkLst>
            <pc:docMk/>
            <pc:sldMk cId="252157722" sldId="323"/>
            <ac:grpSpMk id="43" creationId="{E0149CAD-8D38-1522-6F96-020E0EF6E304}"/>
          </ac:grpSpMkLst>
        </pc:grpChg>
        <pc:graphicFrameChg chg="mod topLvl modGraphic">
          <ac:chgData name="David Hoyle" userId="235831776b2d7bf9" providerId="LiveId" clId="{424CF4DE-7678-4F3C-A76F-ABB3B27A05B2}" dt="2026-04-22T11:17:18.216" v="38640" actId="164"/>
          <ac:graphicFrameMkLst>
            <pc:docMk/>
            <pc:sldMk cId="252157722" sldId="323"/>
            <ac:graphicFrameMk id="42" creationId="{8CC5CC18-3493-8476-1C15-363AC800A05C}"/>
          </ac:graphicFrameMkLst>
        </pc:graphicFrameChg>
        <pc:cxnChg chg="mod">
          <ac:chgData name="David Hoyle" userId="235831776b2d7bf9" providerId="LiveId" clId="{424CF4DE-7678-4F3C-A76F-ABB3B27A05B2}" dt="2026-04-22T11:24:32.256" v="39839" actId="1038"/>
          <ac:cxnSpMkLst>
            <pc:docMk/>
            <pc:sldMk cId="252157722" sldId="323"/>
            <ac:cxnSpMk id="10" creationId="{7A52DD83-8E5A-47A3-3798-9BC537D2CF58}"/>
          </ac:cxnSpMkLst>
        </pc:cxnChg>
        <pc:cxnChg chg="mod">
          <ac:chgData name="David Hoyle" userId="235831776b2d7bf9" providerId="LiveId" clId="{424CF4DE-7678-4F3C-A76F-ABB3B27A05B2}" dt="2026-04-22T11:18:36.314" v="38652" actId="692"/>
          <ac:cxnSpMkLst>
            <pc:docMk/>
            <pc:sldMk cId="252157722" sldId="323"/>
            <ac:cxnSpMk id="11" creationId="{C0ED708D-09B6-445B-7E2F-6EC0962B126A}"/>
          </ac:cxnSpMkLst>
        </pc:cxnChg>
        <pc:cxnChg chg="mod">
          <ac:chgData name="David Hoyle" userId="235831776b2d7bf9" providerId="LiveId" clId="{424CF4DE-7678-4F3C-A76F-ABB3B27A05B2}" dt="2026-04-22T11:21:06.093" v="39066" actId="14100"/>
          <ac:cxnSpMkLst>
            <pc:docMk/>
            <pc:sldMk cId="252157722" sldId="323"/>
            <ac:cxnSpMk id="17" creationId="{22A9434E-1281-970B-2350-C5715F27E3B1}"/>
          </ac:cxnSpMkLst>
        </pc:cxnChg>
        <pc:cxnChg chg="add mod">
          <ac:chgData name="David Hoyle" userId="235831776b2d7bf9" providerId="LiveId" clId="{424CF4DE-7678-4F3C-A76F-ABB3B27A05B2}" dt="2026-04-22T11:20:16.021" v="39053" actId="1037"/>
          <ac:cxnSpMkLst>
            <pc:docMk/>
            <pc:sldMk cId="252157722" sldId="323"/>
            <ac:cxnSpMk id="45" creationId="{FDBCED73-6005-5C42-8DCF-62E98B1386A2}"/>
          </ac:cxnSpMkLst>
        </pc:cxnChg>
        <pc:cxnChg chg="add mod">
          <ac:chgData name="David Hoyle" userId="235831776b2d7bf9" providerId="LiveId" clId="{424CF4DE-7678-4F3C-A76F-ABB3B27A05B2}" dt="2026-04-22T11:21:35.832" v="39245" actId="1037"/>
          <ac:cxnSpMkLst>
            <pc:docMk/>
            <pc:sldMk cId="252157722" sldId="323"/>
            <ac:cxnSpMk id="47" creationId="{1432E2D5-F93D-76E1-3AE3-997FDCC2ED6A}"/>
          </ac:cxnSpMkLst>
        </pc:cxnChg>
        <pc:cxnChg chg="add mod">
          <ac:chgData name="David Hoyle" userId="235831776b2d7bf9" providerId="LiveId" clId="{424CF4DE-7678-4F3C-A76F-ABB3B27A05B2}" dt="2026-04-22T11:22:03.963" v="39380" actId="1037"/>
          <ac:cxnSpMkLst>
            <pc:docMk/>
            <pc:sldMk cId="252157722" sldId="323"/>
            <ac:cxnSpMk id="48" creationId="{60809C6E-2ED3-7E64-D3A0-E5E0952D48A3}"/>
          </ac:cxnSpMkLst>
        </pc:cxnChg>
        <pc:cxnChg chg="add mod">
          <ac:chgData name="David Hoyle" userId="235831776b2d7bf9" providerId="LiveId" clId="{424CF4DE-7678-4F3C-A76F-ABB3B27A05B2}" dt="2026-04-22T11:22:40.933" v="39504" actId="1038"/>
          <ac:cxnSpMkLst>
            <pc:docMk/>
            <pc:sldMk cId="252157722" sldId="323"/>
            <ac:cxnSpMk id="49" creationId="{1E735B94-CB24-4655-E574-3CCCEC66088C}"/>
          </ac:cxnSpMkLst>
        </pc:cxnChg>
        <pc:cxnChg chg="add mod">
          <ac:chgData name="David Hoyle" userId="235831776b2d7bf9" providerId="LiveId" clId="{424CF4DE-7678-4F3C-A76F-ABB3B27A05B2}" dt="2026-04-22T11:23:29.926" v="39655" actId="1037"/>
          <ac:cxnSpMkLst>
            <pc:docMk/>
            <pc:sldMk cId="252157722" sldId="323"/>
            <ac:cxnSpMk id="50" creationId="{7F413140-4D27-6C09-45DA-F0A657712584}"/>
          </ac:cxnSpMkLst>
        </pc:cxnChg>
        <pc:cxnChg chg="add mod">
          <ac:chgData name="David Hoyle" userId="235831776b2d7bf9" providerId="LiveId" clId="{424CF4DE-7678-4F3C-A76F-ABB3B27A05B2}" dt="2026-04-22T11:26:24.849" v="39856" actId="14100"/>
          <ac:cxnSpMkLst>
            <pc:docMk/>
            <pc:sldMk cId="252157722" sldId="323"/>
            <ac:cxnSpMk id="53" creationId="{BA63CF45-94CE-606C-1BCE-0BC3B85E6866}"/>
          </ac:cxnSpMkLst>
        </pc:cxnChg>
      </pc:sldChg>
      <pc:sldChg chg="addSp delSp modSp add mod modAnim modNotesTx">
        <pc:chgData name="David Hoyle" userId="235831776b2d7bf9" providerId="LiveId" clId="{424CF4DE-7678-4F3C-A76F-ABB3B27A05B2}" dt="2026-04-26T23:01:23.469" v="110926" actId="20577"/>
        <pc:sldMkLst>
          <pc:docMk/>
          <pc:sldMk cId="980502634" sldId="324"/>
        </pc:sldMkLst>
        <pc:spChg chg="mod">
          <ac:chgData name="David Hoyle" userId="235831776b2d7bf9" providerId="LiveId" clId="{424CF4DE-7678-4F3C-A76F-ABB3B27A05B2}" dt="2026-04-23T22:01:47.013" v="46120" actId="20577"/>
          <ac:spMkLst>
            <pc:docMk/>
            <pc:sldMk cId="980502634" sldId="324"/>
            <ac:spMk id="3" creationId="{16DD82B5-B20E-E908-1B8D-6FB90DACA99F}"/>
          </ac:spMkLst>
        </pc:spChg>
        <pc:spChg chg="add mod">
          <ac:chgData name="David Hoyle" userId="235831776b2d7bf9" providerId="LiveId" clId="{424CF4DE-7678-4F3C-A76F-ABB3B27A05B2}" dt="2026-04-22T14:16:57.949" v="40946" actId="164"/>
          <ac:spMkLst>
            <pc:docMk/>
            <pc:sldMk cId="980502634" sldId="324"/>
            <ac:spMk id="8" creationId="{94FF9B00-48F1-F2DB-CA9A-151164147D47}"/>
          </ac:spMkLst>
        </pc:spChg>
        <pc:spChg chg="add mod">
          <ac:chgData name="David Hoyle" userId="235831776b2d7bf9" providerId="LiveId" clId="{424CF4DE-7678-4F3C-A76F-ABB3B27A05B2}" dt="2026-04-22T14:16:57.949" v="40946" actId="164"/>
          <ac:spMkLst>
            <pc:docMk/>
            <pc:sldMk cId="980502634" sldId="324"/>
            <ac:spMk id="9" creationId="{BBEA0616-2F3D-B21E-E3DF-22EEE6374529}"/>
          </ac:spMkLst>
        </pc:spChg>
        <pc:grpChg chg="add mod">
          <ac:chgData name="David Hoyle" userId="235831776b2d7bf9" providerId="LiveId" clId="{424CF4DE-7678-4F3C-A76F-ABB3B27A05B2}" dt="2026-04-23T22:01:55.105" v="46121" actId="1076"/>
          <ac:grpSpMkLst>
            <pc:docMk/>
            <pc:sldMk cId="980502634" sldId="324"/>
            <ac:grpSpMk id="10" creationId="{549E785B-99B1-81EB-57F5-A7AD9F3E186A}"/>
          </ac:grpSpMkLst>
        </pc:grpChg>
        <pc:graphicFrameChg chg="add mod modGraphic">
          <ac:chgData name="David Hoyle" userId="235831776b2d7bf9" providerId="LiveId" clId="{424CF4DE-7678-4F3C-A76F-ABB3B27A05B2}" dt="2026-04-22T14:16:57.949" v="40946" actId="164"/>
          <ac:graphicFrameMkLst>
            <pc:docMk/>
            <pc:sldMk cId="980502634" sldId="324"/>
            <ac:graphicFrameMk id="7" creationId="{A3462D6A-AD95-BD13-DB6F-93284E2E1C5D}"/>
          </ac:graphicFrameMkLst>
        </pc:graphicFrameChg>
      </pc:sldChg>
      <pc:sldChg chg="addSp delSp modSp add mod modAnim modNotesTx">
        <pc:chgData name="David Hoyle" userId="235831776b2d7bf9" providerId="LiveId" clId="{424CF4DE-7678-4F3C-A76F-ABB3B27A05B2}" dt="2026-04-26T23:01:26.500" v="110927" actId="20577"/>
        <pc:sldMkLst>
          <pc:docMk/>
          <pc:sldMk cId="4236295118" sldId="325"/>
        </pc:sldMkLst>
        <pc:spChg chg="mod">
          <ac:chgData name="David Hoyle" userId="235831776b2d7bf9" providerId="LiveId" clId="{424CF4DE-7678-4F3C-A76F-ABB3B27A05B2}" dt="2026-04-22T14:26:43.879" v="41768" actId="14100"/>
          <ac:spMkLst>
            <pc:docMk/>
            <pc:sldMk cId="4236295118" sldId="325"/>
            <ac:spMk id="2" creationId="{D7E69998-3B66-7CC3-D7B4-56C47F9390C2}"/>
          </ac:spMkLst>
        </pc:spChg>
        <pc:spChg chg="mod">
          <ac:chgData name="David Hoyle" userId="235831776b2d7bf9" providerId="LiveId" clId="{424CF4DE-7678-4F3C-A76F-ABB3B27A05B2}" dt="2026-04-22T14:26:48.304" v="41785" actId="1035"/>
          <ac:spMkLst>
            <pc:docMk/>
            <pc:sldMk cId="4236295118" sldId="325"/>
            <ac:spMk id="3" creationId="{BE2F861A-526F-BF47-4167-9C63827E25CB}"/>
          </ac:spMkLst>
        </pc:spChg>
        <pc:spChg chg="add mod">
          <ac:chgData name="David Hoyle" userId="235831776b2d7bf9" providerId="LiveId" clId="{424CF4DE-7678-4F3C-A76F-ABB3B27A05B2}" dt="2026-04-22T14:34:27.955" v="42295" actId="20577"/>
          <ac:spMkLst>
            <pc:docMk/>
            <pc:sldMk cId="4236295118" sldId="325"/>
            <ac:spMk id="6" creationId="{05E83F15-515D-60A2-A8FB-C87E06559DC5}"/>
          </ac:spMkLst>
        </pc:spChg>
        <pc:spChg chg="mod topLvl">
          <ac:chgData name="David Hoyle" userId="235831776b2d7bf9" providerId="LiveId" clId="{424CF4DE-7678-4F3C-A76F-ABB3B27A05B2}" dt="2026-04-22T14:24:55.478" v="41512" actId="164"/>
          <ac:spMkLst>
            <pc:docMk/>
            <pc:sldMk cId="4236295118" sldId="325"/>
            <ac:spMk id="8" creationId="{B076E112-CEF3-39AB-EEA5-D2379262FA9A}"/>
          </ac:spMkLst>
        </pc:spChg>
        <pc:spChg chg="mod topLvl">
          <ac:chgData name="David Hoyle" userId="235831776b2d7bf9" providerId="LiveId" clId="{424CF4DE-7678-4F3C-A76F-ABB3B27A05B2}" dt="2026-04-22T14:24:55.478" v="41512" actId="164"/>
          <ac:spMkLst>
            <pc:docMk/>
            <pc:sldMk cId="4236295118" sldId="325"/>
            <ac:spMk id="9" creationId="{3CDE8837-7F0B-2218-68CB-230229D86922}"/>
          </ac:spMkLst>
        </pc:spChg>
        <pc:spChg chg="add mod">
          <ac:chgData name="David Hoyle" userId="235831776b2d7bf9" providerId="LiveId" clId="{424CF4DE-7678-4F3C-A76F-ABB3B27A05B2}" dt="2026-04-22T14:31:53.046" v="42085" actId="164"/>
          <ac:spMkLst>
            <pc:docMk/>
            <pc:sldMk cId="4236295118" sldId="325"/>
            <ac:spMk id="14" creationId="{2083FD2D-DBF8-70A9-4993-913A4BB6BCB8}"/>
          </ac:spMkLst>
        </pc:spChg>
        <pc:spChg chg="mod">
          <ac:chgData name="David Hoyle" userId="235831776b2d7bf9" providerId="LiveId" clId="{424CF4DE-7678-4F3C-A76F-ABB3B27A05B2}" dt="2026-04-22T14:32:59.199" v="42249" actId="14100"/>
          <ac:spMkLst>
            <pc:docMk/>
            <pc:sldMk cId="4236295118" sldId="325"/>
            <ac:spMk id="24" creationId="{F08304AA-3AD9-43B1-9680-CBB4DD27EFB8}"/>
          </ac:spMkLst>
        </pc:spChg>
        <pc:grpChg chg="add mod">
          <ac:chgData name="David Hoyle" userId="235831776b2d7bf9" providerId="LiveId" clId="{424CF4DE-7678-4F3C-A76F-ABB3B27A05B2}" dt="2026-04-22T14:26:55.992" v="41804" actId="1035"/>
          <ac:grpSpMkLst>
            <pc:docMk/>
            <pc:sldMk cId="4236295118" sldId="325"/>
            <ac:grpSpMk id="5" creationId="{062D559A-B8AF-EA2C-8988-958944B86AA2}"/>
          </ac:grpSpMkLst>
        </pc:grpChg>
        <pc:grpChg chg="add mod">
          <ac:chgData name="David Hoyle" userId="235831776b2d7bf9" providerId="LiveId" clId="{424CF4DE-7678-4F3C-A76F-ABB3B27A05B2}" dt="2026-04-22T14:34:43.101" v="42296" actId="164"/>
          <ac:grpSpMkLst>
            <pc:docMk/>
            <pc:sldMk cId="4236295118" sldId="325"/>
            <ac:grpSpMk id="21" creationId="{CCC7B5BC-35D2-0044-A103-B70DBFBEE261}"/>
          </ac:grpSpMkLst>
        </pc:grpChg>
        <pc:grpChg chg="add mod">
          <ac:chgData name="David Hoyle" userId="235831776b2d7bf9" providerId="LiveId" clId="{424CF4DE-7678-4F3C-A76F-ABB3B27A05B2}" dt="2026-04-22T14:34:43.101" v="42296" actId="164"/>
          <ac:grpSpMkLst>
            <pc:docMk/>
            <pc:sldMk cId="4236295118" sldId="325"/>
            <ac:grpSpMk id="22" creationId="{627301B5-9C37-F072-722B-DD05ADCEA7E4}"/>
          </ac:grpSpMkLst>
        </pc:grpChg>
        <pc:grpChg chg="add mod">
          <ac:chgData name="David Hoyle" userId="235831776b2d7bf9" providerId="LiveId" clId="{424CF4DE-7678-4F3C-A76F-ABB3B27A05B2}" dt="2026-04-22T14:34:43.101" v="42296" actId="164"/>
          <ac:grpSpMkLst>
            <pc:docMk/>
            <pc:sldMk cId="4236295118" sldId="325"/>
            <ac:grpSpMk id="25" creationId="{68244B7D-38AC-5EFB-8BC7-FAB6BCF08C5A}"/>
          </ac:grpSpMkLst>
        </pc:grpChg>
        <pc:graphicFrameChg chg="mod topLvl modGraphic">
          <ac:chgData name="David Hoyle" userId="235831776b2d7bf9" providerId="LiveId" clId="{424CF4DE-7678-4F3C-A76F-ABB3B27A05B2}" dt="2026-04-22T14:24:55.478" v="41512" actId="164"/>
          <ac:graphicFrameMkLst>
            <pc:docMk/>
            <pc:sldMk cId="4236295118" sldId="325"/>
            <ac:graphicFrameMk id="7" creationId="{042D9F3E-8680-A3C7-696B-5009DC8C5730}"/>
          </ac:graphicFrameMkLst>
        </pc:graphicFrameChg>
        <pc:cxnChg chg="add mod">
          <ac:chgData name="David Hoyle" userId="235831776b2d7bf9" providerId="LiveId" clId="{424CF4DE-7678-4F3C-A76F-ABB3B27A05B2}" dt="2026-04-22T14:31:53.046" v="42085" actId="164"/>
          <ac:cxnSpMkLst>
            <pc:docMk/>
            <pc:sldMk cId="4236295118" sldId="325"/>
            <ac:cxnSpMk id="12" creationId="{3FBC054E-5AB9-EB0D-F79C-558DBF6A3DD7}"/>
          </ac:cxnSpMkLst>
        </pc:cxnChg>
        <pc:cxnChg chg="mod">
          <ac:chgData name="David Hoyle" userId="235831776b2d7bf9" providerId="LiveId" clId="{424CF4DE-7678-4F3C-A76F-ABB3B27A05B2}" dt="2026-04-22T14:33:10.598" v="42262" actId="1037"/>
          <ac:cxnSpMkLst>
            <pc:docMk/>
            <pc:sldMk cId="4236295118" sldId="325"/>
            <ac:cxnSpMk id="23" creationId="{CE377929-7C4A-E6EA-17C3-206C79A6B633}"/>
          </ac:cxnSpMkLst>
        </pc:cxnChg>
      </pc:sldChg>
      <pc:sldChg chg="addSp delSp modSp add mod modAnim modNotesTx">
        <pc:chgData name="David Hoyle" userId="235831776b2d7bf9" providerId="LiveId" clId="{424CF4DE-7678-4F3C-A76F-ABB3B27A05B2}" dt="2026-04-26T23:01:37.586" v="110929" actId="20577"/>
        <pc:sldMkLst>
          <pc:docMk/>
          <pc:sldMk cId="851416194" sldId="326"/>
        </pc:sldMkLst>
        <pc:spChg chg="mod topLvl">
          <ac:chgData name="David Hoyle" userId="235831776b2d7bf9" providerId="LiveId" clId="{424CF4DE-7678-4F3C-A76F-ABB3B27A05B2}" dt="2026-04-22T14:48:48.339" v="42661" actId="164"/>
          <ac:spMkLst>
            <pc:docMk/>
            <pc:sldMk cId="851416194" sldId="326"/>
            <ac:spMk id="6" creationId="{D82F0DC7-32C6-8755-9AC9-DAC2A578FC18}"/>
          </ac:spMkLst>
        </pc:spChg>
        <pc:spChg chg="add mod">
          <ac:chgData name="David Hoyle" userId="235831776b2d7bf9" providerId="LiveId" clId="{424CF4DE-7678-4F3C-A76F-ABB3B27A05B2}" dt="2026-04-22T14:49:51.447" v="42670" actId="692"/>
          <ac:spMkLst>
            <pc:docMk/>
            <pc:sldMk cId="851416194" sldId="326"/>
            <ac:spMk id="7" creationId="{E4244D30-AF71-C2C9-B9C2-C2A57828B625}"/>
          </ac:spMkLst>
        </pc:spChg>
        <pc:spChg chg="add mod">
          <ac:chgData name="David Hoyle" userId="235831776b2d7bf9" providerId="LiveId" clId="{424CF4DE-7678-4F3C-A76F-ABB3B27A05B2}" dt="2026-04-22T14:51:15.498" v="42693" actId="1076"/>
          <ac:spMkLst>
            <pc:docMk/>
            <pc:sldMk cId="851416194" sldId="326"/>
            <ac:spMk id="8" creationId="{713D9822-99F9-F32B-00CF-80743D8F0CBD}"/>
          </ac:spMkLst>
        </pc:spChg>
        <pc:spChg chg="mod">
          <ac:chgData name="David Hoyle" userId="235831776b2d7bf9" providerId="LiveId" clId="{424CF4DE-7678-4F3C-A76F-ABB3B27A05B2}" dt="2026-04-22T14:48:16.387" v="42622" actId="165"/>
          <ac:spMkLst>
            <pc:docMk/>
            <pc:sldMk cId="851416194" sldId="326"/>
            <ac:spMk id="14" creationId="{A3B59FEE-BCC8-53A9-5640-0F30F8F6F051}"/>
          </ac:spMkLst>
        </pc:spChg>
        <pc:spChg chg="mod">
          <ac:chgData name="David Hoyle" userId="235831776b2d7bf9" providerId="LiveId" clId="{424CF4DE-7678-4F3C-A76F-ABB3B27A05B2}" dt="2026-04-22T14:48:16.387" v="42622" actId="165"/>
          <ac:spMkLst>
            <pc:docMk/>
            <pc:sldMk cId="851416194" sldId="326"/>
            <ac:spMk id="24" creationId="{54E4F67C-9F25-0FCF-4DD6-4D6979F6E383}"/>
          </ac:spMkLst>
        </pc:spChg>
        <pc:grpChg chg="add mod">
          <ac:chgData name="David Hoyle" userId="235831776b2d7bf9" providerId="LiveId" clId="{424CF4DE-7678-4F3C-A76F-ABB3B27A05B2}" dt="2026-04-22T14:48:48.339" v="42661" actId="164"/>
          <ac:grpSpMkLst>
            <pc:docMk/>
            <pc:sldMk cId="851416194" sldId="326"/>
            <ac:grpSpMk id="5" creationId="{CC351FB4-7C2B-0F1B-B04B-6687C3BBC9BB}"/>
          </ac:grpSpMkLst>
        </pc:grpChg>
        <pc:grpChg chg="mod">
          <ac:chgData name="David Hoyle" userId="235831776b2d7bf9" providerId="LiveId" clId="{424CF4DE-7678-4F3C-A76F-ABB3B27A05B2}" dt="2026-04-22T14:48:16.387" v="42622" actId="165"/>
          <ac:grpSpMkLst>
            <pc:docMk/>
            <pc:sldMk cId="851416194" sldId="326"/>
            <ac:grpSpMk id="21" creationId="{8DBCB62D-96BF-A09B-C80C-B29E56DD13F4}"/>
          </ac:grpSpMkLst>
        </pc:grpChg>
        <pc:grpChg chg="mod">
          <ac:chgData name="David Hoyle" userId="235831776b2d7bf9" providerId="LiveId" clId="{424CF4DE-7678-4F3C-A76F-ABB3B27A05B2}" dt="2026-04-22T14:48:16.387" v="42622" actId="165"/>
          <ac:grpSpMkLst>
            <pc:docMk/>
            <pc:sldMk cId="851416194" sldId="326"/>
            <ac:grpSpMk id="22" creationId="{18123390-D0B5-5AC2-F621-CB44810A648A}"/>
          </ac:grpSpMkLst>
        </pc:grpChg>
        <pc:grpChg chg="mod topLvl">
          <ac:chgData name="David Hoyle" userId="235831776b2d7bf9" providerId="LiveId" clId="{424CF4DE-7678-4F3C-A76F-ABB3B27A05B2}" dt="2026-04-22T14:48:48.339" v="42661" actId="164"/>
          <ac:grpSpMkLst>
            <pc:docMk/>
            <pc:sldMk cId="851416194" sldId="326"/>
            <ac:grpSpMk id="25" creationId="{65044EA1-FF3B-93CD-E3CE-E42E09B007A8}"/>
          </ac:grpSpMkLst>
        </pc:grpChg>
        <pc:picChg chg="add mod modCrop">
          <ac:chgData name="David Hoyle" userId="235831776b2d7bf9" providerId="LiveId" clId="{424CF4DE-7678-4F3C-A76F-ABB3B27A05B2}" dt="2026-04-22T14:48:56.541" v="42662" actId="1076"/>
          <ac:picMkLst>
            <pc:docMk/>
            <pc:sldMk cId="851416194" sldId="326"/>
            <ac:picMk id="15" creationId="{69A126D8-C9DC-B7C3-40A0-4A262E6D471D}"/>
          </ac:picMkLst>
        </pc:picChg>
        <pc:cxnChg chg="add mod">
          <ac:chgData name="David Hoyle" userId="235831776b2d7bf9" providerId="LiveId" clId="{424CF4DE-7678-4F3C-A76F-ABB3B27A05B2}" dt="2026-04-22T14:51:15.498" v="42693" actId="1076"/>
          <ac:cxnSpMkLst>
            <pc:docMk/>
            <pc:sldMk cId="851416194" sldId="326"/>
            <ac:cxnSpMk id="10" creationId="{CBF5C4C0-BEFB-61FA-AD3D-1D4D628FE079}"/>
          </ac:cxnSpMkLst>
        </pc:cxnChg>
        <pc:cxnChg chg="mod">
          <ac:chgData name="David Hoyle" userId="235831776b2d7bf9" providerId="LiveId" clId="{424CF4DE-7678-4F3C-A76F-ABB3B27A05B2}" dt="2026-04-22T14:48:16.387" v="42622" actId="165"/>
          <ac:cxnSpMkLst>
            <pc:docMk/>
            <pc:sldMk cId="851416194" sldId="326"/>
            <ac:cxnSpMk id="12" creationId="{1645C5EE-D64F-8C3B-4779-9D64CF257D11}"/>
          </ac:cxnSpMkLst>
        </pc:cxnChg>
        <pc:cxnChg chg="mod">
          <ac:chgData name="David Hoyle" userId="235831776b2d7bf9" providerId="LiveId" clId="{424CF4DE-7678-4F3C-A76F-ABB3B27A05B2}" dt="2026-04-22T14:48:16.387" v="42622" actId="165"/>
          <ac:cxnSpMkLst>
            <pc:docMk/>
            <pc:sldMk cId="851416194" sldId="326"/>
            <ac:cxnSpMk id="23" creationId="{884B3623-33BE-608A-FF21-F8709B83E076}"/>
          </ac:cxnSpMkLst>
        </pc:cxnChg>
      </pc:sldChg>
      <pc:sldChg chg="addSp delSp modSp add mod modAnim modNotesTx">
        <pc:chgData name="David Hoyle" userId="235831776b2d7bf9" providerId="LiveId" clId="{424CF4DE-7678-4F3C-A76F-ABB3B27A05B2}" dt="2026-04-26T23:01:29.437" v="110928" actId="20577"/>
        <pc:sldMkLst>
          <pc:docMk/>
          <pc:sldMk cId="3806669817" sldId="327"/>
        </pc:sldMkLst>
        <pc:spChg chg="add mod">
          <ac:chgData name="David Hoyle" userId="235831776b2d7bf9" providerId="LiveId" clId="{424CF4DE-7678-4F3C-A76F-ABB3B27A05B2}" dt="2026-04-22T15:08:15.328" v="42879" actId="164"/>
          <ac:spMkLst>
            <pc:docMk/>
            <pc:sldMk cId="3806669817" sldId="327"/>
            <ac:spMk id="3" creationId="{B4F92BC4-C26B-B081-CBC0-93D0DD6F2D36}"/>
          </ac:spMkLst>
        </pc:spChg>
        <pc:grpChg chg="add mod">
          <ac:chgData name="David Hoyle" userId="235831776b2d7bf9" providerId="LiveId" clId="{424CF4DE-7678-4F3C-A76F-ABB3B27A05B2}" dt="2026-04-22T15:08:15.328" v="42879" actId="164"/>
          <ac:grpSpMkLst>
            <pc:docMk/>
            <pc:sldMk cId="3806669817" sldId="327"/>
            <ac:grpSpMk id="13" creationId="{CB0DAAF8-52DB-193E-AFB4-45EEF9E3C5E7}"/>
          </ac:grpSpMkLst>
        </pc:grpChg>
        <pc:picChg chg="mod">
          <ac:chgData name="David Hoyle" userId="235831776b2d7bf9" providerId="LiveId" clId="{424CF4DE-7678-4F3C-A76F-ABB3B27A05B2}" dt="2026-04-22T15:08:15.328" v="42879" actId="164"/>
          <ac:picMkLst>
            <pc:docMk/>
            <pc:sldMk cId="3806669817" sldId="327"/>
            <ac:picMk id="15" creationId="{062C41BE-9139-4516-87E7-C1F4924854A6}"/>
          </ac:picMkLst>
        </pc:picChg>
      </pc:sldChg>
      <pc:sldChg chg="modSp add mod modNotesTx">
        <pc:chgData name="David Hoyle" userId="235831776b2d7bf9" providerId="LiveId" clId="{424CF4DE-7678-4F3C-A76F-ABB3B27A05B2}" dt="2026-04-26T23:01:40.827" v="110930" actId="20577"/>
        <pc:sldMkLst>
          <pc:docMk/>
          <pc:sldMk cId="1881313412" sldId="328"/>
        </pc:sldMkLst>
        <pc:spChg chg="mod">
          <ac:chgData name="David Hoyle" userId="235831776b2d7bf9" providerId="LiveId" clId="{424CF4DE-7678-4F3C-A76F-ABB3B27A05B2}" dt="2026-04-22T14:52:10.042" v="42700" actId="14100"/>
          <ac:spMkLst>
            <pc:docMk/>
            <pc:sldMk cId="1881313412" sldId="328"/>
            <ac:spMk id="7" creationId="{3694C672-F48B-D962-C60A-415973AA2FF8}"/>
          </ac:spMkLst>
        </pc:spChg>
        <pc:spChg chg="mod">
          <ac:chgData name="David Hoyle" userId="235831776b2d7bf9" providerId="LiveId" clId="{424CF4DE-7678-4F3C-A76F-ABB3B27A05B2}" dt="2026-04-22T14:52:36.576" v="42710" actId="14100"/>
          <ac:spMkLst>
            <pc:docMk/>
            <pc:sldMk cId="1881313412" sldId="328"/>
            <ac:spMk id="8" creationId="{542A47DA-3A33-5DFA-41CA-9FFA2A15C90F}"/>
          </ac:spMkLst>
        </pc:spChg>
        <pc:cxnChg chg="mod">
          <ac:chgData name="David Hoyle" userId="235831776b2d7bf9" providerId="LiveId" clId="{424CF4DE-7678-4F3C-A76F-ABB3B27A05B2}" dt="2026-04-22T14:52:36.576" v="42710" actId="14100"/>
          <ac:cxnSpMkLst>
            <pc:docMk/>
            <pc:sldMk cId="1881313412" sldId="328"/>
            <ac:cxnSpMk id="10" creationId="{4D940C09-FFCA-5F18-0526-9A5377670877}"/>
          </ac:cxnSpMkLst>
        </pc:cxnChg>
      </pc:sldChg>
      <pc:sldChg chg="addSp delSp modSp add mod modAnim modNotesTx">
        <pc:chgData name="David Hoyle" userId="235831776b2d7bf9" providerId="LiveId" clId="{424CF4DE-7678-4F3C-A76F-ABB3B27A05B2}" dt="2026-04-26T23:01:43.668" v="110931" actId="20577"/>
        <pc:sldMkLst>
          <pc:docMk/>
          <pc:sldMk cId="3126185428" sldId="329"/>
        </pc:sldMkLst>
        <pc:spChg chg="add mod">
          <ac:chgData name="David Hoyle" userId="235831776b2d7bf9" providerId="LiveId" clId="{424CF4DE-7678-4F3C-A76F-ABB3B27A05B2}" dt="2026-04-22T14:56:17.434" v="42765" actId="164"/>
          <ac:spMkLst>
            <pc:docMk/>
            <pc:sldMk cId="3126185428" sldId="329"/>
            <ac:spMk id="3" creationId="{94950FD5-B2CE-CF12-2A27-D89CA73FFFEE}"/>
          </ac:spMkLst>
        </pc:spChg>
        <pc:spChg chg="mod">
          <ac:chgData name="David Hoyle" userId="235831776b2d7bf9" providerId="LiveId" clId="{424CF4DE-7678-4F3C-A76F-ABB3B27A05B2}" dt="2026-04-22T14:53:49.157" v="42723" actId="692"/>
          <ac:spMkLst>
            <pc:docMk/>
            <pc:sldMk cId="3126185428" sldId="329"/>
            <ac:spMk id="7" creationId="{70926D78-8AB2-7C89-6D43-7DF75BB471BD}"/>
          </ac:spMkLst>
        </pc:spChg>
        <pc:spChg chg="add mod">
          <ac:chgData name="David Hoyle" userId="235831776b2d7bf9" providerId="LiveId" clId="{424CF4DE-7678-4F3C-A76F-ABB3B27A05B2}" dt="2026-04-22T14:56:17.434" v="42765" actId="164"/>
          <ac:spMkLst>
            <pc:docMk/>
            <pc:sldMk cId="3126185428" sldId="329"/>
            <ac:spMk id="9" creationId="{2D90E2DC-3B20-804D-E4CF-55FA8AC5EE75}"/>
          </ac:spMkLst>
        </pc:spChg>
        <pc:grpChg chg="add mod">
          <ac:chgData name="David Hoyle" userId="235831776b2d7bf9" providerId="LiveId" clId="{424CF4DE-7678-4F3C-A76F-ABB3B27A05B2}" dt="2026-04-22T14:56:17.434" v="42765" actId="164"/>
          <ac:grpSpMkLst>
            <pc:docMk/>
            <pc:sldMk cId="3126185428" sldId="329"/>
            <ac:grpSpMk id="11" creationId="{A2C4F6AB-0604-3080-26ED-4A219BD2611A}"/>
          </ac:grpSpMkLst>
        </pc:grpChg>
        <pc:picChg chg="mod">
          <ac:chgData name="David Hoyle" userId="235831776b2d7bf9" providerId="LiveId" clId="{424CF4DE-7678-4F3C-A76F-ABB3B27A05B2}" dt="2026-04-22T14:53:25.500" v="42717" actId="1076"/>
          <ac:picMkLst>
            <pc:docMk/>
            <pc:sldMk cId="3126185428" sldId="329"/>
            <ac:picMk id="15" creationId="{BA0A59B6-23E5-8C0D-2F9A-F65F85F3CF40}"/>
          </ac:picMkLst>
        </pc:picChg>
      </pc:sldChg>
      <pc:sldChg chg="modSp add mod setBg modNotesTx">
        <pc:chgData name="David Hoyle" userId="235831776b2d7bf9" providerId="LiveId" clId="{424CF4DE-7678-4F3C-A76F-ABB3B27A05B2}" dt="2026-04-26T22:56:53.255" v="110887" actId="20577"/>
        <pc:sldMkLst>
          <pc:docMk/>
          <pc:sldMk cId="3544579379" sldId="330"/>
        </pc:sldMkLst>
        <pc:spChg chg="mod">
          <ac:chgData name="David Hoyle" userId="235831776b2d7bf9" providerId="LiveId" clId="{424CF4DE-7678-4F3C-A76F-ABB3B27A05B2}" dt="2026-04-23T20:20:36.795" v="43138" actId="20577"/>
          <ac:spMkLst>
            <pc:docMk/>
            <pc:sldMk cId="3544579379" sldId="330"/>
            <ac:spMk id="2" creationId="{64C8CFA1-4105-BEFF-34DF-26B8D736F912}"/>
          </ac:spMkLst>
        </pc:spChg>
        <pc:spChg chg="mod">
          <ac:chgData name="David Hoyle" userId="235831776b2d7bf9" providerId="LiveId" clId="{424CF4DE-7678-4F3C-A76F-ABB3B27A05B2}" dt="2026-04-23T21:44:55.544" v="45894" actId="20577"/>
          <ac:spMkLst>
            <pc:docMk/>
            <pc:sldMk cId="3544579379" sldId="330"/>
            <ac:spMk id="3" creationId="{51796A36-EE5A-A06A-5FA1-86925AFB5428}"/>
          </ac:spMkLst>
        </pc:spChg>
      </pc:sldChg>
      <pc:sldChg chg="modSp add mod setBg modNotesTx">
        <pc:chgData name="David Hoyle" userId="235831776b2d7bf9" providerId="LiveId" clId="{424CF4DE-7678-4F3C-A76F-ABB3B27A05B2}" dt="2026-04-26T22:57:37.603" v="110895" actId="20577"/>
        <pc:sldMkLst>
          <pc:docMk/>
          <pc:sldMk cId="872086363" sldId="331"/>
        </pc:sldMkLst>
        <pc:spChg chg="mod">
          <ac:chgData name="David Hoyle" userId="235831776b2d7bf9" providerId="LiveId" clId="{424CF4DE-7678-4F3C-A76F-ABB3B27A05B2}" dt="2026-04-23T20:22:11.011" v="43229" actId="20577"/>
          <ac:spMkLst>
            <pc:docMk/>
            <pc:sldMk cId="872086363" sldId="331"/>
            <ac:spMk id="2" creationId="{8A0E61D3-86AE-235E-CAB4-371DD434DC15}"/>
          </ac:spMkLst>
        </pc:spChg>
        <pc:spChg chg="mod">
          <ac:chgData name="David Hoyle" userId="235831776b2d7bf9" providerId="LiveId" clId="{424CF4DE-7678-4F3C-A76F-ABB3B27A05B2}" dt="2026-04-23T20:22:30.359" v="43273" actId="207"/>
          <ac:spMkLst>
            <pc:docMk/>
            <pc:sldMk cId="872086363" sldId="331"/>
            <ac:spMk id="3" creationId="{A08C644E-D91F-423D-0527-2BA61680AA71}"/>
          </ac:spMkLst>
        </pc:spChg>
      </pc:sldChg>
      <pc:sldChg chg="modSp add mod setBg modNotesTx">
        <pc:chgData name="David Hoyle" userId="235831776b2d7bf9" providerId="LiveId" clId="{424CF4DE-7678-4F3C-A76F-ABB3B27A05B2}" dt="2026-04-26T22:58:19.686" v="110899" actId="20577"/>
        <pc:sldMkLst>
          <pc:docMk/>
          <pc:sldMk cId="377461677" sldId="332"/>
        </pc:sldMkLst>
        <pc:spChg chg="mod">
          <ac:chgData name="David Hoyle" userId="235831776b2d7bf9" providerId="LiveId" clId="{424CF4DE-7678-4F3C-A76F-ABB3B27A05B2}" dt="2026-04-23T20:23:57.641" v="43311" actId="20577"/>
          <ac:spMkLst>
            <pc:docMk/>
            <pc:sldMk cId="377461677" sldId="332"/>
            <ac:spMk id="2" creationId="{74869B0D-BEDD-D742-01D0-5901D58F55DE}"/>
          </ac:spMkLst>
        </pc:spChg>
        <pc:spChg chg="mod">
          <ac:chgData name="David Hoyle" userId="235831776b2d7bf9" providerId="LiveId" clId="{424CF4DE-7678-4F3C-A76F-ABB3B27A05B2}" dt="2026-04-23T20:24:31.361" v="43377" actId="207"/>
          <ac:spMkLst>
            <pc:docMk/>
            <pc:sldMk cId="377461677" sldId="332"/>
            <ac:spMk id="3" creationId="{B343B4C5-5DAC-528A-CF17-F3A05FAE9122}"/>
          </ac:spMkLst>
        </pc:spChg>
      </pc:sldChg>
      <pc:sldChg chg="modSp add mod setBg modNotesTx">
        <pc:chgData name="David Hoyle" userId="235831776b2d7bf9" providerId="LiveId" clId="{424CF4DE-7678-4F3C-A76F-ABB3B27A05B2}" dt="2026-04-26T23:00:37.725" v="110916" actId="20577"/>
        <pc:sldMkLst>
          <pc:docMk/>
          <pc:sldMk cId="4190833921" sldId="333"/>
        </pc:sldMkLst>
        <pc:spChg chg="mod">
          <ac:chgData name="David Hoyle" userId="235831776b2d7bf9" providerId="LiveId" clId="{424CF4DE-7678-4F3C-A76F-ABB3B27A05B2}" dt="2026-04-23T20:40:43.173" v="44001" actId="20577"/>
          <ac:spMkLst>
            <pc:docMk/>
            <pc:sldMk cId="4190833921" sldId="333"/>
            <ac:spMk id="2" creationId="{14BB199D-60E0-3845-E329-190B37E48CC5}"/>
          </ac:spMkLst>
        </pc:spChg>
        <pc:spChg chg="mod">
          <ac:chgData name="David Hoyle" userId="235831776b2d7bf9" providerId="LiveId" clId="{424CF4DE-7678-4F3C-A76F-ABB3B27A05B2}" dt="2026-04-23T20:26:17.200" v="43420" actId="207"/>
          <ac:spMkLst>
            <pc:docMk/>
            <pc:sldMk cId="4190833921" sldId="333"/>
            <ac:spMk id="3" creationId="{96DE17DF-D04B-7F56-3A14-E48106D472CD}"/>
          </ac:spMkLst>
        </pc:spChg>
      </pc:sldChg>
      <pc:sldChg chg="modSp add mod setBg modNotesTx">
        <pc:chgData name="David Hoyle" userId="235831776b2d7bf9" providerId="LiveId" clId="{424CF4DE-7678-4F3C-A76F-ABB3B27A05B2}" dt="2026-04-26T23:01:20.437" v="110925" actId="20577"/>
        <pc:sldMkLst>
          <pc:docMk/>
          <pc:sldMk cId="2718060283" sldId="334"/>
        </pc:sldMkLst>
        <pc:spChg chg="mod">
          <ac:chgData name="David Hoyle" userId="235831776b2d7bf9" providerId="LiveId" clId="{424CF4DE-7678-4F3C-A76F-ABB3B27A05B2}" dt="2026-04-23T20:28:31.354" v="43565" actId="20577"/>
          <ac:spMkLst>
            <pc:docMk/>
            <pc:sldMk cId="2718060283" sldId="334"/>
            <ac:spMk id="2" creationId="{879DF67E-A879-FEA1-1AEE-012FF7A16A16}"/>
          </ac:spMkLst>
        </pc:spChg>
        <pc:spChg chg="mod">
          <ac:chgData name="David Hoyle" userId="235831776b2d7bf9" providerId="LiveId" clId="{424CF4DE-7678-4F3C-A76F-ABB3B27A05B2}" dt="2026-04-23T20:28:04.880" v="43480" actId="207"/>
          <ac:spMkLst>
            <pc:docMk/>
            <pc:sldMk cId="2718060283" sldId="334"/>
            <ac:spMk id="3" creationId="{E96B63DC-CCAD-9D5E-5D0C-40B35078CE17}"/>
          </ac:spMkLst>
        </pc:spChg>
      </pc:sldChg>
      <pc:sldChg chg="modSp add mod setBg">
        <pc:chgData name="David Hoyle" userId="235831776b2d7bf9" providerId="LiveId" clId="{424CF4DE-7678-4F3C-A76F-ABB3B27A05B2}" dt="2026-04-23T21:32:17.788" v="45210" actId="207"/>
        <pc:sldMkLst>
          <pc:docMk/>
          <pc:sldMk cId="2747947082" sldId="335"/>
        </pc:sldMkLst>
        <pc:spChg chg="mod">
          <ac:chgData name="David Hoyle" userId="235831776b2d7bf9" providerId="LiveId" clId="{424CF4DE-7678-4F3C-A76F-ABB3B27A05B2}" dt="2026-04-23T20:34:03.427" v="43603" actId="20577"/>
          <ac:spMkLst>
            <pc:docMk/>
            <pc:sldMk cId="2747947082" sldId="335"/>
            <ac:spMk id="2" creationId="{67A26019-66A3-830F-F410-D75130E90544}"/>
          </ac:spMkLst>
        </pc:spChg>
        <pc:spChg chg="mod">
          <ac:chgData name="David Hoyle" userId="235831776b2d7bf9" providerId="LiveId" clId="{424CF4DE-7678-4F3C-A76F-ABB3B27A05B2}" dt="2026-04-23T21:32:17.788" v="45210" actId="207"/>
          <ac:spMkLst>
            <pc:docMk/>
            <pc:sldMk cId="2747947082" sldId="335"/>
            <ac:spMk id="3" creationId="{726456DF-A622-68AC-4DDF-E7A8D45074B6}"/>
          </ac:spMkLst>
        </pc:spChg>
      </pc:sldChg>
      <pc:sldChg chg="addSp delSp modSp add mod modNotesTx">
        <pc:chgData name="David Hoyle" userId="235831776b2d7bf9" providerId="LiveId" clId="{424CF4DE-7678-4F3C-A76F-ABB3B27A05B2}" dt="2026-04-26T22:55:55.780" v="110872" actId="20577"/>
        <pc:sldMkLst>
          <pc:docMk/>
          <pc:sldMk cId="4024548378" sldId="336"/>
        </pc:sldMkLst>
        <pc:spChg chg="add mod">
          <ac:chgData name="David Hoyle" userId="235831776b2d7bf9" providerId="LiveId" clId="{424CF4DE-7678-4F3C-A76F-ABB3B27A05B2}" dt="2026-04-26T16:14:24.546" v="105616"/>
          <ac:spMkLst>
            <pc:docMk/>
            <pc:sldMk cId="4024548378" sldId="336"/>
            <ac:spMk id="3" creationId="{F3392CAE-B07F-9558-28FB-783914B106D1}"/>
          </ac:spMkLst>
        </pc:spChg>
        <pc:spChg chg="add mod topLvl">
          <ac:chgData name="David Hoyle" userId="235831776b2d7bf9" providerId="LiveId" clId="{424CF4DE-7678-4F3C-A76F-ABB3B27A05B2}" dt="2026-04-23T21:27:13.898" v="45105" actId="164"/>
          <ac:spMkLst>
            <pc:docMk/>
            <pc:sldMk cId="4024548378" sldId="336"/>
            <ac:spMk id="8" creationId="{363AC6AD-49CA-9B97-1AD0-61A03002B8FB}"/>
          </ac:spMkLst>
        </pc:spChg>
        <pc:grpChg chg="add mod">
          <ac:chgData name="David Hoyle" userId="235831776b2d7bf9" providerId="LiveId" clId="{424CF4DE-7678-4F3C-A76F-ABB3B27A05B2}" dt="2026-04-23T21:27:13.898" v="45105" actId="164"/>
          <ac:grpSpMkLst>
            <pc:docMk/>
            <pc:sldMk cId="4024548378" sldId="336"/>
            <ac:grpSpMk id="11" creationId="{E41D93EA-4C71-635B-988A-75A00D76B8F9}"/>
          </ac:grpSpMkLst>
        </pc:grpChg>
        <pc:graphicFrameChg chg="mod">
          <ac:chgData name="David Hoyle" userId="235831776b2d7bf9" providerId="LiveId" clId="{424CF4DE-7678-4F3C-A76F-ABB3B27A05B2}" dt="2026-04-23T21:26:54.044" v="45103" actId="1076"/>
          <ac:graphicFrameMkLst>
            <pc:docMk/>
            <pc:sldMk cId="4024548378" sldId="336"/>
            <ac:graphicFrameMk id="5" creationId="{08E0A041-4FB2-6E70-A4FD-D9E9F8783DED}"/>
          </ac:graphicFrameMkLst>
        </pc:graphicFrameChg>
        <pc:picChg chg="add mod">
          <ac:chgData name="David Hoyle" userId="235831776b2d7bf9" providerId="LiveId" clId="{424CF4DE-7678-4F3C-A76F-ABB3B27A05B2}" dt="2026-04-26T19:46:07.608" v="107693"/>
          <ac:picMkLst>
            <pc:docMk/>
            <pc:sldMk cId="4024548378" sldId="336"/>
            <ac:picMk id="7" creationId="{CDBD2E99-68C2-635B-FA14-1FE142AEAA8D}"/>
          </ac:picMkLst>
        </pc:picChg>
        <pc:cxnChg chg="add mod topLvl">
          <ac:chgData name="David Hoyle" userId="235831776b2d7bf9" providerId="LiveId" clId="{424CF4DE-7678-4F3C-A76F-ABB3B27A05B2}" dt="2026-04-23T21:27:13.898" v="45105" actId="164"/>
          <ac:cxnSpMkLst>
            <pc:docMk/>
            <pc:sldMk cId="4024548378" sldId="336"/>
            <ac:cxnSpMk id="6" creationId="{41F0101F-79C0-39E6-586A-D0D564271291}"/>
          </ac:cxnSpMkLst>
        </pc:cxnChg>
      </pc:sldChg>
      <pc:sldChg chg="addSp modSp add mod modNotesTx">
        <pc:chgData name="David Hoyle" userId="235831776b2d7bf9" providerId="LiveId" clId="{424CF4DE-7678-4F3C-A76F-ABB3B27A05B2}" dt="2026-04-26T22:56:07.096" v="110875" actId="20577"/>
        <pc:sldMkLst>
          <pc:docMk/>
          <pc:sldMk cId="3029904651" sldId="338"/>
        </pc:sldMkLst>
        <pc:spChg chg="mod">
          <ac:chgData name="David Hoyle" userId="235831776b2d7bf9" providerId="LiveId" clId="{424CF4DE-7678-4F3C-A76F-ABB3B27A05B2}" dt="2026-04-23T21:14:42.036" v="44901" actId="113"/>
          <ac:spMkLst>
            <pc:docMk/>
            <pc:sldMk cId="3029904651" sldId="338"/>
            <ac:spMk id="2" creationId="{D91A337C-CD3B-6AB7-DD7A-ACCBBF10D5E6}"/>
          </ac:spMkLst>
        </pc:spChg>
        <pc:spChg chg="mod">
          <ac:chgData name="David Hoyle" userId="235831776b2d7bf9" providerId="LiveId" clId="{424CF4DE-7678-4F3C-A76F-ABB3B27A05B2}" dt="2026-04-23T21:21:02.159" v="44912" actId="1076"/>
          <ac:spMkLst>
            <pc:docMk/>
            <pc:sldMk cId="3029904651" sldId="338"/>
            <ac:spMk id="13" creationId="{2213EB07-7642-6EDC-3D0D-5B41E73D6D75}"/>
          </ac:spMkLst>
        </pc:spChg>
        <pc:picChg chg="add mod">
          <ac:chgData name="David Hoyle" userId="235831776b2d7bf9" providerId="LiveId" clId="{424CF4DE-7678-4F3C-A76F-ABB3B27A05B2}" dt="2026-04-23T21:14:31.909" v="44895" actId="1038"/>
          <ac:picMkLst>
            <pc:docMk/>
            <pc:sldMk cId="3029904651" sldId="338"/>
            <ac:picMk id="6" creationId="{B92F16EA-DA95-E3E4-D87F-248CA5474863}"/>
          </ac:picMkLst>
        </pc:picChg>
      </pc:sldChg>
      <pc:sldChg chg="addSp delSp modSp add mod modNotesTx">
        <pc:chgData name="David Hoyle" userId="235831776b2d7bf9" providerId="LiveId" clId="{424CF4DE-7678-4F3C-A76F-ABB3B27A05B2}" dt="2026-04-26T22:55:58.827" v="110873" actId="20577"/>
        <pc:sldMkLst>
          <pc:docMk/>
          <pc:sldMk cId="2447559354" sldId="339"/>
        </pc:sldMkLst>
        <pc:spChg chg="add mod">
          <ac:chgData name="David Hoyle" userId="235831776b2d7bf9" providerId="LiveId" clId="{424CF4DE-7678-4F3C-A76F-ABB3B27A05B2}" dt="2026-04-26T16:14:30.601" v="105617"/>
          <ac:spMkLst>
            <pc:docMk/>
            <pc:sldMk cId="2447559354" sldId="339"/>
            <ac:spMk id="3" creationId="{0C3D9CC2-495E-CA81-1358-FB40D8525BF8}"/>
          </ac:spMkLst>
        </pc:spChg>
        <pc:spChg chg="mod topLvl">
          <ac:chgData name="David Hoyle" userId="235831776b2d7bf9" providerId="LiveId" clId="{424CF4DE-7678-4F3C-A76F-ABB3B27A05B2}" dt="2026-04-26T19:47:12.404" v="107702" actId="164"/>
          <ac:spMkLst>
            <pc:docMk/>
            <pc:sldMk cId="2447559354" sldId="339"/>
            <ac:spMk id="7" creationId="{E5955735-2297-C6B3-1205-FEE189E7FF05}"/>
          </ac:spMkLst>
        </pc:spChg>
        <pc:spChg chg="add mod">
          <ac:chgData name="David Hoyle" userId="235831776b2d7bf9" providerId="LiveId" clId="{424CF4DE-7678-4F3C-A76F-ABB3B27A05B2}" dt="2026-04-26T19:46:58.113" v="107700"/>
          <ac:spMkLst>
            <pc:docMk/>
            <pc:sldMk cId="2447559354" sldId="339"/>
            <ac:spMk id="14" creationId="{C6318B19-84D6-41CB-0D03-AB0CB694B812}"/>
          </ac:spMkLst>
        </pc:spChg>
        <pc:spChg chg="mod">
          <ac:chgData name="David Hoyle" userId="235831776b2d7bf9" providerId="LiveId" clId="{424CF4DE-7678-4F3C-A76F-ABB3B27A05B2}" dt="2026-04-26T19:47:14.922" v="107703"/>
          <ac:spMkLst>
            <pc:docMk/>
            <pc:sldMk cId="2447559354" sldId="339"/>
            <ac:spMk id="19" creationId="{09D2239B-90F9-51EE-53A1-B7B7B357341D}"/>
          </ac:spMkLst>
        </pc:spChg>
        <pc:grpChg chg="add del mod">
          <ac:chgData name="David Hoyle" userId="235831776b2d7bf9" providerId="LiveId" clId="{424CF4DE-7678-4F3C-A76F-ABB3B27A05B2}" dt="2026-04-26T19:46:30.364" v="107696" actId="165"/>
          <ac:grpSpMkLst>
            <pc:docMk/>
            <pc:sldMk cId="2447559354" sldId="339"/>
            <ac:grpSpMk id="9" creationId="{57AF0974-129F-5767-C8A9-14FC684AE14D}"/>
          </ac:grpSpMkLst>
        </pc:grpChg>
        <pc:grpChg chg="add del mod">
          <ac:chgData name="David Hoyle" userId="235831776b2d7bf9" providerId="LiveId" clId="{424CF4DE-7678-4F3C-A76F-ABB3B27A05B2}" dt="2026-04-26T19:46:51.399" v="107699" actId="478"/>
          <ac:grpSpMkLst>
            <pc:docMk/>
            <pc:sldMk cId="2447559354" sldId="339"/>
            <ac:grpSpMk id="10" creationId="{4C2C17D8-49BA-6859-ACB2-612C5258780B}"/>
          </ac:grpSpMkLst>
        </pc:grpChg>
        <pc:grpChg chg="add mod">
          <ac:chgData name="David Hoyle" userId="235831776b2d7bf9" providerId="LiveId" clId="{424CF4DE-7678-4F3C-A76F-ABB3B27A05B2}" dt="2026-04-26T19:47:12.404" v="107702" actId="164"/>
          <ac:grpSpMkLst>
            <pc:docMk/>
            <pc:sldMk cId="2447559354" sldId="339"/>
            <ac:grpSpMk id="16" creationId="{EF50A33C-1DB4-0128-9DD4-F1AF54E7469B}"/>
          </ac:grpSpMkLst>
        </pc:grpChg>
        <pc:grpChg chg="add mod">
          <ac:chgData name="David Hoyle" userId="235831776b2d7bf9" providerId="LiveId" clId="{424CF4DE-7678-4F3C-A76F-ABB3B27A05B2}" dt="2026-04-26T19:47:25.661" v="107794" actId="1035"/>
          <ac:grpSpMkLst>
            <pc:docMk/>
            <pc:sldMk cId="2447559354" sldId="339"/>
            <ac:grpSpMk id="17" creationId="{181FD2E9-3326-391D-9773-89F7C9F7C5C8}"/>
          </ac:grpSpMkLst>
        </pc:grpChg>
        <pc:picChg chg="add mod">
          <ac:chgData name="David Hoyle" userId="235831776b2d7bf9" providerId="LiveId" clId="{424CF4DE-7678-4F3C-A76F-ABB3B27A05B2}" dt="2026-04-26T19:46:10.275" v="107694"/>
          <ac:picMkLst>
            <pc:docMk/>
            <pc:sldMk cId="2447559354" sldId="339"/>
            <ac:picMk id="8" creationId="{3C81C0A9-A639-DECD-079B-7D698B607D8E}"/>
          </ac:picMkLst>
        </pc:picChg>
        <pc:cxnChg chg="mod topLvl">
          <ac:chgData name="David Hoyle" userId="235831776b2d7bf9" providerId="LiveId" clId="{424CF4DE-7678-4F3C-A76F-ABB3B27A05B2}" dt="2026-04-26T19:47:12.404" v="107702" actId="164"/>
          <ac:cxnSpMkLst>
            <pc:docMk/>
            <pc:sldMk cId="2447559354" sldId="339"/>
            <ac:cxnSpMk id="6" creationId="{7314EA52-3B7E-88F6-3CE8-E30923631020}"/>
          </ac:cxnSpMkLst>
        </pc:cxnChg>
        <pc:cxnChg chg="mod">
          <ac:chgData name="David Hoyle" userId="235831776b2d7bf9" providerId="LiveId" clId="{424CF4DE-7678-4F3C-A76F-ABB3B27A05B2}" dt="2026-04-26T19:47:14.922" v="107703"/>
          <ac:cxnSpMkLst>
            <pc:docMk/>
            <pc:sldMk cId="2447559354" sldId="339"/>
            <ac:cxnSpMk id="18" creationId="{6DB66AC9-7CB6-963E-0144-1C2C53860772}"/>
          </ac:cxnSpMkLst>
        </pc:cxnChg>
      </pc:sldChg>
      <pc:sldChg chg="addSp delSp modSp add mod modNotesTx">
        <pc:chgData name="David Hoyle" userId="235831776b2d7bf9" providerId="LiveId" clId="{424CF4DE-7678-4F3C-A76F-ABB3B27A05B2}" dt="2026-04-26T22:56:10.671" v="110876" actId="20577"/>
        <pc:sldMkLst>
          <pc:docMk/>
          <pc:sldMk cId="3441322059" sldId="340"/>
        </pc:sldMkLst>
        <pc:spChg chg="mod">
          <ac:chgData name="David Hoyle" userId="235831776b2d7bf9" providerId="LiveId" clId="{424CF4DE-7678-4F3C-A76F-ABB3B27A05B2}" dt="2026-04-23T21:33:44.992" v="45243" actId="14100"/>
          <ac:spMkLst>
            <pc:docMk/>
            <pc:sldMk cId="3441322059" sldId="340"/>
            <ac:spMk id="2" creationId="{D8001EA5-8633-D2AB-C863-EC6FADB74DF0}"/>
          </ac:spMkLst>
        </pc:spChg>
        <pc:spChg chg="mod">
          <ac:chgData name="David Hoyle" userId="235831776b2d7bf9" providerId="LiveId" clId="{424CF4DE-7678-4F3C-A76F-ABB3B27A05B2}" dt="2026-04-23T21:44:15.278" v="45831" actId="1036"/>
          <ac:spMkLst>
            <pc:docMk/>
            <pc:sldMk cId="3441322059" sldId="340"/>
            <ac:spMk id="13" creationId="{F84556CF-8D72-8E2D-ECF9-9B34FF9D057C}"/>
          </ac:spMkLst>
        </pc:spChg>
        <pc:picChg chg="add mod modCrop">
          <ac:chgData name="David Hoyle" userId="235831776b2d7bf9" providerId="LiveId" clId="{424CF4DE-7678-4F3C-A76F-ABB3B27A05B2}" dt="2026-04-23T21:44:22.545" v="45862" actId="1036"/>
          <ac:picMkLst>
            <pc:docMk/>
            <pc:sldMk cId="3441322059" sldId="340"/>
            <ac:picMk id="8" creationId="{1B77BD70-CB56-1D23-AD62-C9A4C2EFE4E3}"/>
          </ac:picMkLst>
        </pc:picChg>
      </pc:sldChg>
      <pc:sldChg chg="modSp add mod setBg">
        <pc:chgData name="David Hoyle" userId="235831776b2d7bf9" providerId="LiveId" clId="{424CF4DE-7678-4F3C-A76F-ABB3B27A05B2}" dt="2026-04-23T21:54:51.676" v="46000" actId="20577"/>
        <pc:sldMkLst>
          <pc:docMk/>
          <pc:sldMk cId="2854409399" sldId="341"/>
        </pc:sldMkLst>
        <pc:spChg chg="mod">
          <ac:chgData name="David Hoyle" userId="235831776b2d7bf9" providerId="LiveId" clId="{424CF4DE-7678-4F3C-A76F-ABB3B27A05B2}" dt="2026-04-23T21:54:51.676" v="46000" actId="20577"/>
          <ac:spMkLst>
            <pc:docMk/>
            <pc:sldMk cId="2854409399" sldId="341"/>
            <ac:spMk id="3" creationId="{DD73A834-A53C-0079-D2D6-7761427D5DCA}"/>
          </ac:spMkLst>
        </pc:spChg>
      </pc:sldChg>
      <pc:sldChg chg="modSp add modAnim modNotesTx">
        <pc:chgData name="David Hoyle" userId="235831776b2d7bf9" providerId="LiveId" clId="{424CF4DE-7678-4F3C-A76F-ABB3B27A05B2}" dt="2026-04-26T22:59:02.968" v="110905" actId="20577"/>
        <pc:sldMkLst>
          <pc:docMk/>
          <pc:sldMk cId="2355007488" sldId="342"/>
        </pc:sldMkLst>
        <pc:spChg chg="mod">
          <ac:chgData name="David Hoyle" userId="235831776b2d7bf9" providerId="LiveId" clId="{424CF4DE-7678-4F3C-A76F-ABB3B27A05B2}" dt="2026-04-24T14:35:42.396" v="50236" actId="20577"/>
          <ac:spMkLst>
            <pc:docMk/>
            <pc:sldMk cId="2355007488" sldId="342"/>
            <ac:spMk id="3" creationId="{DB88E5B1-2954-924C-C905-3CE5EE2FCBA7}"/>
          </ac:spMkLst>
        </pc:spChg>
        <pc:spChg chg="mod">
          <ac:chgData name="David Hoyle" userId="235831776b2d7bf9" providerId="LiveId" clId="{424CF4DE-7678-4F3C-A76F-ABB3B27A05B2}" dt="2026-04-24T14:31:22.267" v="50235" actId="20577"/>
          <ac:spMkLst>
            <pc:docMk/>
            <pc:sldMk cId="2355007488" sldId="342"/>
            <ac:spMk id="6" creationId="{9CD20240-6C10-5A12-B387-62F38CAE8CC4}"/>
          </ac:spMkLst>
        </pc:spChg>
      </pc:sldChg>
      <pc:sldChg chg="modSp new mod">
        <pc:chgData name="David Hoyle" userId="235831776b2d7bf9" providerId="LiveId" clId="{424CF4DE-7678-4F3C-A76F-ABB3B27A05B2}" dt="2026-04-26T16:18:52.570" v="105690" actId="5793"/>
        <pc:sldMkLst>
          <pc:docMk/>
          <pc:sldMk cId="2178526500" sldId="343"/>
        </pc:sldMkLst>
        <pc:spChg chg="mod">
          <ac:chgData name="David Hoyle" userId="235831776b2d7bf9" providerId="LiveId" clId="{424CF4DE-7678-4F3C-A76F-ABB3B27A05B2}" dt="2026-04-26T16:15:51.491" v="105635" actId="14100"/>
          <ac:spMkLst>
            <pc:docMk/>
            <pc:sldMk cId="2178526500" sldId="343"/>
            <ac:spMk id="2" creationId="{4FFB706B-F0DC-2356-9ACB-2583505EE935}"/>
          </ac:spMkLst>
        </pc:spChg>
        <pc:spChg chg="mod">
          <ac:chgData name="David Hoyle" userId="235831776b2d7bf9" providerId="LiveId" clId="{424CF4DE-7678-4F3C-A76F-ABB3B27A05B2}" dt="2026-04-26T16:18:52.570" v="105690" actId="5793"/>
          <ac:spMkLst>
            <pc:docMk/>
            <pc:sldMk cId="2178526500" sldId="343"/>
            <ac:spMk id="3" creationId="{A84EFC11-566C-CC8F-F93B-9B96D6ED2ED9}"/>
          </ac:spMkLst>
        </pc:spChg>
      </pc:sldChg>
      <pc:sldChg chg="modSp add mod">
        <pc:chgData name="David Hoyle" userId="235831776b2d7bf9" providerId="LiveId" clId="{424CF4DE-7678-4F3C-A76F-ABB3B27A05B2}" dt="2026-04-26T16:19:16.464" v="105695" actId="20577"/>
        <pc:sldMkLst>
          <pc:docMk/>
          <pc:sldMk cId="503700178" sldId="344"/>
        </pc:sldMkLst>
        <pc:spChg chg="mod">
          <ac:chgData name="David Hoyle" userId="235831776b2d7bf9" providerId="LiveId" clId="{424CF4DE-7678-4F3C-A76F-ABB3B27A05B2}" dt="2026-04-26T16:19:09.757" v="105693" actId="20577"/>
          <ac:spMkLst>
            <pc:docMk/>
            <pc:sldMk cId="503700178" sldId="344"/>
            <ac:spMk id="2" creationId="{2EEA2B5E-752A-9A14-5835-3C602C02CA88}"/>
          </ac:spMkLst>
        </pc:spChg>
        <pc:spChg chg="mod">
          <ac:chgData name="David Hoyle" userId="235831776b2d7bf9" providerId="LiveId" clId="{424CF4DE-7678-4F3C-A76F-ABB3B27A05B2}" dt="2026-04-26T16:19:16.464" v="105695" actId="20577"/>
          <ac:spMkLst>
            <pc:docMk/>
            <pc:sldMk cId="503700178" sldId="344"/>
            <ac:spMk id="3" creationId="{1964098E-E270-0849-3541-57965BCD8161}"/>
          </ac:spMkLst>
        </pc:spChg>
      </pc:sldChg>
      <pc:sldChg chg="modSp add mod ord">
        <pc:chgData name="David Hoyle" userId="235831776b2d7bf9" providerId="LiveId" clId="{424CF4DE-7678-4F3C-A76F-ABB3B27A05B2}" dt="2026-04-26T22:27:12.487" v="110469"/>
        <pc:sldMkLst>
          <pc:docMk/>
          <pc:sldMk cId="1246740812" sldId="345"/>
        </pc:sldMkLst>
        <pc:spChg chg="mod">
          <ac:chgData name="David Hoyle" userId="235831776b2d7bf9" providerId="LiveId" clId="{424CF4DE-7678-4F3C-A76F-ABB3B27A05B2}" dt="2026-04-26T22:01:22.854" v="110060" actId="20577"/>
          <ac:spMkLst>
            <pc:docMk/>
            <pc:sldMk cId="1246740812" sldId="345"/>
            <ac:spMk id="2" creationId="{20BE44C1-6602-E3C8-426E-F19FD9DF3108}"/>
          </ac:spMkLst>
        </pc:spChg>
        <pc:spChg chg="mod">
          <ac:chgData name="David Hoyle" userId="235831776b2d7bf9" providerId="LiveId" clId="{424CF4DE-7678-4F3C-A76F-ABB3B27A05B2}" dt="2026-04-26T22:18:54.183" v="110341" actId="20577"/>
          <ac:spMkLst>
            <pc:docMk/>
            <pc:sldMk cId="1246740812" sldId="345"/>
            <ac:spMk id="3" creationId="{F4097E87-C377-FFA7-0037-4FF8862E741F}"/>
          </ac:spMkLst>
        </pc:spChg>
      </pc:sldChg>
      <pc:sldChg chg="modSp add mod ord">
        <pc:chgData name="David Hoyle" userId="235831776b2d7bf9" providerId="LiveId" clId="{424CF4DE-7678-4F3C-A76F-ABB3B27A05B2}" dt="2026-04-26T22:27:18.621" v="110471"/>
        <pc:sldMkLst>
          <pc:docMk/>
          <pc:sldMk cId="3969271954" sldId="346"/>
        </pc:sldMkLst>
        <pc:spChg chg="mod">
          <ac:chgData name="David Hoyle" userId="235831776b2d7bf9" providerId="LiveId" clId="{424CF4DE-7678-4F3C-A76F-ABB3B27A05B2}" dt="2026-04-26T22:01:03.945" v="110050" actId="20577"/>
          <ac:spMkLst>
            <pc:docMk/>
            <pc:sldMk cId="3969271954" sldId="346"/>
            <ac:spMk id="2" creationId="{F7BBBAC7-94CB-4D00-7076-279DBAC55C66}"/>
          </ac:spMkLst>
        </pc:spChg>
      </pc:sldChg>
      <pc:sldChg chg="addSp modSp add mod setBg">
        <pc:chgData name="David Hoyle" userId="235831776b2d7bf9" providerId="LiveId" clId="{424CF4DE-7678-4F3C-A76F-ABB3B27A05B2}" dt="2026-04-26T22:42:46.744" v="110870" actId="1076"/>
        <pc:sldMkLst>
          <pc:docMk/>
          <pc:sldMk cId="2829218341" sldId="347"/>
        </pc:sldMkLst>
        <pc:spChg chg="mod">
          <ac:chgData name="David Hoyle" userId="235831776b2d7bf9" providerId="LiveId" clId="{424CF4DE-7678-4F3C-A76F-ABB3B27A05B2}" dt="2026-04-26T22:39:14.483" v="110677" actId="1076"/>
          <ac:spMkLst>
            <pc:docMk/>
            <pc:sldMk cId="2829218341" sldId="347"/>
            <ac:spMk id="2" creationId="{FEFD0D99-38F1-F171-C9FA-FE98B4978BBB}"/>
          </ac:spMkLst>
        </pc:spChg>
        <pc:spChg chg="mod">
          <ac:chgData name="David Hoyle" userId="235831776b2d7bf9" providerId="LiveId" clId="{424CF4DE-7678-4F3C-A76F-ABB3B27A05B2}" dt="2026-04-26T22:42:15.208" v="110868" actId="1036"/>
          <ac:spMkLst>
            <pc:docMk/>
            <pc:sldMk cId="2829218341" sldId="347"/>
            <ac:spMk id="3" creationId="{D5BDA449-CA5C-0BF2-71E6-B505FDCAD906}"/>
          </ac:spMkLst>
        </pc:spChg>
        <pc:spChg chg="add mod">
          <ac:chgData name="David Hoyle" userId="235831776b2d7bf9" providerId="LiveId" clId="{424CF4DE-7678-4F3C-A76F-ABB3B27A05B2}" dt="2026-04-26T22:39:26.004" v="110678" actId="1076"/>
          <ac:spMkLst>
            <pc:docMk/>
            <pc:sldMk cId="2829218341" sldId="347"/>
            <ac:spMk id="5" creationId="{13A7E50C-C730-1C83-10E9-360905AB574B}"/>
          </ac:spMkLst>
        </pc:spChg>
        <pc:spChg chg="add mod">
          <ac:chgData name="David Hoyle" userId="235831776b2d7bf9" providerId="LiveId" clId="{424CF4DE-7678-4F3C-A76F-ABB3B27A05B2}" dt="2026-04-26T22:41:59.755" v="110833" actId="1036"/>
          <ac:spMkLst>
            <pc:docMk/>
            <pc:sldMk cId="2829218341" sldId="347"/>
            <ac:spMk id="6" creationId="{B7775D70-EAF1-58A7-1170-2BE1F5B0D897}"/>
          </ac:spMkLst>
        </pc:spChg>
        <pc:picChg chg="add mod">
          <ac:chgData name="David Hoyle" userId="235831776b2d7bf9" providerId="LiveId" clId="{424CF4DE-7678-4F3C-A76F-ABB3B27A05B2}" dt="2026-04-26T22:42:46.744" v="110870" actId="1076"/>
          <ac:picMkLst>
            <pc:docMk/>
            <pc:sldMk cId="2829218341" sldId="347"/>
            <ac:picMk id="7" creationId="{1FFA3C06-49F3-6994-CFD0-789E2C69D159}"/>
          </ac:picMkLst>
        </pc:picChg>
        <pc:picChg chg="add">
          <ac:chgData name="David Hoyle" userId="235831776b2d7bf9" providerId="LiveId" clId="{424CF4DE-7678-4F3C-A76F-ABB3B27A05B2}" dt="2026-04-26T22:33:35.363" v="110541"/>
          <ac:picMkLst>
            <pc:docMk/>
            <pc:sldMk cId="2829218341" sldId="347"/>
            <ac:picMk id="1026" creationId="{5028C6BF-6B74-9396-D08C-C43534A77FFE}"/>
          </ac:picMkLst>
        </pc:picChg>
        <pc:picChg chg="add mod">
          <ac:chgData name="David Hoyle" userId="235831776b2d7bf9" providerId="LiveId" clId="{424CF4DE-7678-4F3C-A76F-ABB3B27A05B2}" dt="2026-04-26T22:42:15.208" v="110868" actId="1036"/>
          <ac:picMkLst>
            <pc:docMk/>
            <pc:sldMk cId="2829218341" sldId="347"/>
            <ac:picMk id="1028" creationId="{FD5D121B-B2C4-FD66-91AC-3F103074BA22}"/>
          </ac:picMkLst>
        </pc:picChg>
        <pc:picChg chg="add mod">
          <ac:chgData name="David Hoyle" userId="235831776b2d7bf9" providerId="LiveId" clId="{424CF4DE-7678-4F3C-A76F-ABB3B27A05B2}" dt="2026-04-26T22:41:59.755" v="110833" actId="1036"/>
          <ac:picMkLst>
            <pc:docMk/>
            <pc:sldMk cId="2829218341" sldId="347"/>
            <ac:picMk id="1030" creationId="{F7289F6A-D290-AC45-F8A0-3FE03DD6A386}"/>
          </ac:picMkLst>
        </pc:picChg>
      </pc:sldChg>
      <pc:sldChg chg="add del">
        <pc:chgData name="David Hoyle" userId="235831776b2d7bf9" providerId="LiveId" clId="{424CF4DE-7678-4F3C-A76F-ABB3B27A05B2}" dt="2026-04-26T22:27:51.960" v="110473"/>
        <pc:sldMkLst>
          <pc:docMk/>
          <pc:sldMk cId="4185706437" sldId="347"/>
        </pc:sldMkLst>
      </pc:sldChg>
      <pc:sldMasterChg chg="addSp modSp mod">
        <pc:chgData name="David Hoyle" userId="235831776b2d7bf9" providerId="LiveId" clId="{424CF4DE-7678-4F3C-A76F-ABB3B27A05B2}" dt="2026-04-03T14:12:16.980" v="132" actId="1038"/>
        <pc:sldMasterMkLst>
          <pc:docMk/>
          <pc:sldMasterMk cId="3094831058" sldId="2147483648"/>
        </pc:sldMasterMkLst>
        <pc:picChg chg="add mod">
          <ac:chgData name="David Hoyle" userId="235831776b2d7bf9" providerId="LiveId" clId="{424CF4DE-7678-4F3C-A76F-ABB3B27A05B2}" dt="2026-04-03T14:12:16.980" v="132" actId="1038"/>
          <ac:picMkLst>
            <pc:docMk/>
            <pc:sldMasterMk cId="3094831058" sldId="2147483648"/>
            <ac:picMk id="8" creationId="{B80B63B1-CB2C-FB5D-3BE3-A6B110037EFF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784785-00C8-CB2D-AF23-AB9BFF6899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A2479E-5079-70F8-4A92-D4BF305635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8DEE5-6102-4C4E-ABDF-EB342EEADFEB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7502F-3FDA-EB92-C1A6-08A624DF0C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796F4-617C-91E3-0B68-9C9CF581D5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6A7CD-27D2-4C3A-8DD4-4E25745AFE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0588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9E60C-362D-4F9B-AB2A-7B7F07CA96BB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FE274-BBBE-4E79-A3A9-15D167173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1365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066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488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523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008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666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895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997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497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05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245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869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480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569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4132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60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5940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737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650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7797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20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3787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8669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9156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3666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772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2942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0754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922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0616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6845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2711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1868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2113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4863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7889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8699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9415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755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8824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4924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0478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2818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769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6270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557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6548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50002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5876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80414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48437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4042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8631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6603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0340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68592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370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02220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62456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3432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60756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36307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FE274-BBBE-4E79-A3A9-15D1671737F2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484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83D4-7117-6822-9B3F-5F2847B63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8845D-4C7D-3076-4CFA-50C7E4C2B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C3DB5-713E-F9BA-CC83-FF903F59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397D-92C5-45B4-BE7C-914BB859DDFA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27083-4C22-7BC3-F76E-711133971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FE1A4-1847-3F7F-675D-B022931C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96D1A-E9BE-E22F-15D8-FCD44B0F9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ED086-4100-D18E-42E5-5922824F9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A55FA-E544-E3AF-7AAE-7F43FB767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36E8C-EEE6-42D8-B4F2-C38A4BED2935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F79A0-0EF0-CE56-25A6-6EDCD4C2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4D693-255F-D552-7637-0E5C6048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6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4DFB-31A6-092F-C2A9-D26178A3B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D3D90-2B08-4F72-AAD8-B37EC855F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1916A-78AC-8783-784E-F485FD40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5272-3C30-4D43-8A5C-C0B57218CEDF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21DD-926C-16A0-3907-661BE8517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AE474-F534-9DA8-E1EC-9BE83D36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98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DAA4-D81A-B4B1-1F4C-061F45FF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79563-0359-7027-A8B3-958A2E8F1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6F4F5-19BF-72D0-6415-EB0FDAA21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7B23C-36A3-67BE-B5BA-73CA67B9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64C5A-EB5E-4E43-9A86-F1BD69F9D845}" type="datetime1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1BF87-B3D2-4854-5EE1-03F47E2E1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F0631-10EE-C3C8-584A-53D25D7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13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2517-D6DA-8F92-02EE-695B2509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AB016-DFB3-8802-9C31-93F7B44CB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F7E55-704C-855A-3CDF-34F5A4212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4E2FA-8E94-4D37-F74E-B788F4B1E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192A1-0D66-E6B8-3759-1A9F79E5B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4B516-5920-8458-DFE6-F62140D0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A048-25FF-402D-A593-C9920ABCF536}" type="datetime1">
              <a:rPr lang="en-GB" smtClean="0"/>
              <a:t>26/04/2026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76977-2EF9-A007-C24F-C640298C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AAE862-8574-F19D-F05D-881C7BED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02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5FF9-76C6-620F-C1E6-FC8E17E0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1B55FA-19ED-0EBF-8B02-0BF250A1B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99EF-3C08-4E23-844D-D68B5D773507}" type="datetime1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1ACB5-B7C6-0F07-35C7-60F3B980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E4D8F-EC69-5866-7359-EC5957B9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807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A4C715-8B93-AB97-6F33-48638F36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D546-3D52-4237-826C-D0D46E248D57}" type="datetime1">
              <a:rPr lang="en-GB" smtClean="0"/>
              <a:t>26/04/2026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912E2-5817-9FB9-C030-9793338C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07B32-0C96-2A60-7151-5D27D4D0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00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4234A-C6D9-D8D9-D4AD-87607B7D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502FA-1315-C3BE-D978-CDD00E613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3E103-016D-D2AA-98AA-9D78313E5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9320E-34DB-0FA3-22C8-7E2C462E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258F7-6569-4D61-A772-FBA9BF52C20A}" type="datetime1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293B7-271A-E543-7155-4D5C3104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D7606-D6A9-F9FC-478A-D14DF27B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463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7CFC5-1957-5C14-8ACB-BFDE2762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08A43-6AF0-C7BA-3E37-FB781BC98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E637-3DE1-05D9-3356-5627C4B79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4B226-4F02-E13E-9F76-64FB56A2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F1590-2B39-4AF6-9F26-4A2BA4239909}" type="datetime1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5862D-6CD0-E003-B556-87208F1C8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09782-EFC7-F111-E9D6-931364B2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47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F66E-B7D5-8FCB-F7CE-75C33A35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1639-F615-89C9-02FB-207687FD1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EDE38-F2BF-9774-8791-1E809901C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3226-DFB6-48D1-A41D-AD11C16BE1BA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7154B-72B2-50BC-6FEF-B726E4E1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D32EB-FD96-0ADA-8D31-F8F2F0942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71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D355F-85CA-B888-62EB-C16A42C64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51454-EF3B-BA19-E653-225CE5494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B9C03-497C-759D-6BB6-D8F52F62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7B112-1F63-4A94-950F-B0D56119BDFB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B236-B3DC-2C04-2D9C-78A7875F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26039-CC2C-0C0F-CE37-6CD6986F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17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8FA3B-98E2-F183-6DF6-08A7DBCE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553E0-0A0B-007E-ED76-232382858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25E64-6F8C-C75F-D5E6-99D6E586B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40BFA-4894-4488-A4DF-0B514E2EB854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72DE2-0C73-8DDB-FDE0-A68E4FF0E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DA2B1-8881-0D83-5A95-1C912DEAB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E89AE-BBCC-45F3-BDAA-E98C74995322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ODSC AI East 2026&#10;&#10;AI-generated content may be incorrect.">
            <a:extLst>
              <a:ext uri="{FF2B5EF4-FFF2-40B4-BE49-F238E27FC236}">
                <a16:creationId xmlns:a16="http://schemas.microsoft.com/office/drawing/2014/main" id="{B80B63B1-CB2C-FB5D-3BE3-A6B110037EF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561" y="77481"/>
            <a:ext cx="2880000" cy="5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31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choyle/ODSCEast2026_TransformerBootcam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choyle/ODSCEast2026_TransformerBootcam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choyle/ODSCEast2026_TransformerBootcam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choyle/ODSCEast2026_TransformerBootcamp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0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60.png"/><Relationship Id="rId3" Type="http://schemas.openxmlformats.org/officeDocument/2006/relationships/image" Target="../media/image410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9.png"/><Relationship Id="rId2" Type="http://schemas.openxmlformats.org/officeDocument/2006/relationships/image" Target="../media/image400.png"/><Relationship Id="rId16" Type="http://schemas.openxmlformats.org/officeDocument/2006/relationships/image" Target="../media/image54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61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63.png"/><Relationship Id="rId3" Type="http://schemas.openxmlformats.org/officeDocument/2006/relationships/image" Target="../media/image400.png"/><Relationship Id="rId21" Type="http://schemas.openxmlformats.org/officeDocument/2006/relationships/image" Target="../media/image65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53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60.png"/><Relationship Id="rId4" Type="http://schemas.openxmlformats.org/officeDocument/2006/relationships/image" Target="../media/image410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706.03762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choyle/ODSCEast2026_TransformerBootcamp/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4.10557" TargetMode="External"/><Relationship Id="rId2" Type="http://schemas.openxmlformats.org/officeDocument/2006/relationships/hyperlink" Target="https://thelmboo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paper-walkthrough-attention-is-all-you-need-80399cdc59e1/" TargetMode="External"/><Relationship Id="rId5" Type="http://schemas.openxmlformats.org/officeDocument/2006/relationships/hyperlink" Target="https://arxiv.org/pdf/1706.03762" TargetMode="External"/><Relationship Id="rId4" Type="http://schemas.openxmlformats.org/officeDocument/2006/relationships/hyperlink" Target="https://cameronrwolfe.substack.com/p/decoder-only-transformers-the-workhorse" TargetMode="Externa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choyle/ODSCEast2026_TransformerBootcamp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www.linkedin.com/in/davidchoyle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hoyleanalytics.org/" TargetMode="External"/><Relationship Id="rId5" Type="http://schemas.openxmlformats.org/officeDocument/2006/relationships/image" Target="../media/image68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1E028D-DAB5-4A66-5FC2-A59968265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9F649-7495-536D-C4F7-4C407114F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09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8998-0511-C581-AF97-CE73A174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504"/>
          </a:xfrm>
        </p:spPr>
        <p:txBody>
          <a:bodyPr anchor="ctr">
            <a:normAutofit/>
          </a:bodyPr>
          <a:lstStyle/>
          <a:p>
            <a:r>
              <a:rPr lang="en-GB" dirty="0"/>
              <a:t>Outline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BADA9D-A0F5-4489-A0DE-605BFB242D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622088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191488" y="1165244"/>
          <a:ext cx="9809025" cy="518921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17961">
                  <a:extLst>
                    <a:ext uri="{9D8B030D-6E8A-4147-A177-3AD203B41FA5}">
                      <a16:colId xmlns:a16="http://schemas.microsoft.com/office/drawing/2014/main" val="2911823715"/>
                    </a:ext>
                  </a:extLst>
                </a:gridCol>
                <a:gridCol w="7591064">
                  <a:extLst>
                    <a:ext uri="{9D8B030D-6E8A-4147-A177-3AD203B41FA5}">
                      <a16:colId xmlns:a16="http://schemas.microsoft.com/office/drawing/2014/main" val="1886750614"/>
                    </a:ext>
                  </a:extLst>
                </a:gridCol>
              </a:tblGrid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What we will learn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745291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Predicting the next word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23181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Simple approaches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736268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Word embeddings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316576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Transformers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997747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Back to predicting the next word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741644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07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Different types of transformers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990502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08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Wrap-up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12282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2FB09-C26A-363B-098F-A9F9415C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2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0ED45-8AA6-50A8-DC60-D567D600ED77}"/>
              </a:ext>
            </a:extLst>
          </p:cNvPr>
          <p:cNvSpPr txBox="1"/>
          <p:nvPr/>
        </p:nvSpPr>
        <p:spPr>
          <a:xfrm>
            <a:off x="4655713" y="674410"/>
            <a:ext cx="7536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hlinkClick r:id="rId3"/>
              </a:rPr>
              <a:t>github.com/</a:t>
            </a:r>
            <a:r>
              <a:rPr lang="en-GB" sz="2200" dirty="0" err="1">
                <a:hlinkClick r:id="rId3"/>
              </a:rPr>
              <a:t>dchoyle</a:t>
            </a:r>
            <a:r>
              <a:rPr lang="en-GB" sz="2200" dirty="0">
                <a:hlinkClick r:id="rId3"/>
              </a:rPr>
              <a:t>/ODSCEast2026_TransformerBootcamp</a:t>
            </a:r>
            <a:endParaRPr lang="en-GB" sz="2200" dirty="0"/>
          </a:p>
        </p:txBody>
      </p:sp>
      <p:pic>
        <p:nvPicPr>
          <p:cNvPr id="7" name="Picture 6" descr="The image depicts a QR code, which is a two-dimensional barcode that can be scanned by a QR reader to provide specific information or access to a website.&#10;&#10;AI-generated content may be incorrect.">
            <a:extLst>
              <a:ext uri="{FF2B5EF4-FFF2-40B4-BE49-F238E27FC236}">
                <a16:creationId xmlns:a16="http://schemas.microsoft.com/office/drawing/2014/main" id="{C9038BD8-9554-296D-AF72-549FDB2EC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014" y="1163354"/>
            <a:ext cx="2651304" cy="265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4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2A52D-61E3-ECDB-7116-30C92BEE3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EF71E-2B0B-02D6-0F66-FBB35B3A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504"/>
          </a:xfrm>
        </p:spPr>
        <p:txBody>
          <a:bodyPr anchor="ctr">
            <a:normAutofit/>
          </a:bodyPr>
          <a:lstStyle/>
          <a:p>
            <a:r>
              <a:rPr lang="en-GB" dirty="0"/>
              <a:t>Outline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8E0A041-4FB2-6E70-A4FD-D9E9F8783D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465656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191488" y="1165244"/>
          <a:ext cx="9809025" cy="518921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17961">
                  <a:extLst>
                    <a:ext uri="{9D8B030D-6E8A-4147-A177-3AD203B41FA5}">
                      <a16:colId xmlns:a16="http://schemas.microsoft.com/office/drawing/2014/main" val="2911823715"/>
                    </a:ext>
                  </a:extLst>
                </a:gridCol>
                <a:gridCol w="7591064">
                  <a:extLst>
                    <a:ext uri="{9D8B030D-6E8A-4147-A177-3AD203B41FA5}">
                      <a16:colId xmlns:a16="http://schemas.microsoft.com/office/drawing/2014/main" val="1886750614"/>
                    </a:ext>
                  </a:extLst>
                </a:gridCol>
              </a:tblGrid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What we will learn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745291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Predicting the next word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23181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Simple approaches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736268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Word embeddings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316576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Transformers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997747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Back to predicting the next word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741644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07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Different types of transformers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990502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08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Wrap-up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12282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644F2-9EB6-86EC-D9FC-4129BF96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3</a:t>
            </a:fld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1D93EA-4C71-635B-988A-75A00D76B8F9}"/>
              </a:ext>
            </a:extLst>
          </p:cNvPr>
          <p:cNvGrpSpPr/>
          <p:nvPr/>
        </p:nvGrpSpPr>
        <p:grpSpPr>
          <a:xfrm>
            <a:off x="5440681" y="3759852"/>
            <a:ext cx="3272244" cy="707886"/>
            <a:chOff x="5440681" y="3759852"/>
            <a:chExt cx="3272244" cy="707886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1F0101F-79C0-39E6-586A-D0D5642712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0681" y="4225834"/>
              <a:ext cx="1756953" cy="169809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3AC6AD-49CA-9B97-1AD0-61A03002B8FB}"/>
                </a:ext>
              </a:extLst>
            </p:cNvPr>
            <p:cNvSpPr txBox="1"/>
            <p:nvPr/>
          </p:nvSpPr>
          <p:spPr>
            <a:xfrm>
              <a:off x="7197634" y="3759852"/>
              <a:ext cx="151529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000" dirty="0"/>
                <a:t>Break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3392CAE-B07F-9558-28FB-783914B106D1}"/>
              </a:ext>
            </a:extLst>
          </p:cNvPr>
          <p:cNvSpPr txBox="1"/>
          <p:nvPr/>
        </p:nvSpPr>
        <p:spPr>
          <a:xfrm>
            <a:off x="4655713" y="674410"/>
            <a:ext cx="7536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hlinkClick r:id="rId3"/>
              </a:rPr>
              <a:t>github.com/</a:t>
            </a:r>
            <a:r>
              <a:rPr lang="en-GB" sz="2200" dirty="0" err="1">
                <a:hlinkClick r:id="rId3"/>
              </a:rPr>
              <a:t>dchoyle</a:t>
            </a:r>
            <a:r>
              <a:rPr lang="en-GB" sz="2200" dirty="0">
                <a:hlinkClick r:id="rId3"/>
              </a:rPr>
              <a:t>/ODSCEast2026_TransformerBootcamp</a:t>
            </a:r>
            <a:endParaRPr lang="en-GB" sz="2200" dirty="0"/>
          </a:p>
        </p:txBody>
      </p:sp>
      <p:pic>
        <p:nvPicPr>
          <p:cNvPr id="7" name="Picture 6" descr="The image depicts a QR code, which is a two-dimensional barcode that can be scanned by a QR reader to provide specific information or access to a website.&#10;&#10;AI-generated content may be incorrect.">
            <a:extLst>
              <a:ext uri="{FF2B5EF4-FFF2-40B4-BE49-F238E27FC236}">
                <a16:creationId xmlns:a16="http://schemas.microsoft.com/office/drawing/2014/main" id="{CDBD2E99-68C2-635B-FA14-1FE142AEAA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014" y="1163354"/>
            <a:ext cx="2651304" cy="265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4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0F2CE-5735-ADA5-9318-7B6B55E2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86FF8-93B4-35A1-6024-8D2A9416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504"/>
          </a:xfrm>
        </p:spPr>
        <p:txBody>
          <a:bodyPr anchor="ctr">
            <a:normAutofit/>
          </a:bodyPr>
          <a:lstStyle/>
          <a:p>
            <a:r>
              <a:rPr lang="en-GB" dirty="0"/>
              <a:t>Outline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BF39BBC-D851-6B7A-1A84-D0A470EFB9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191488" y="1165244"/>
          <a:ext cx="9809025" cy="518921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17961">
                  <a:extLst>
                    <a:ext uri="{9D8B030D-6E8A-4147-A177-3AD203B41FA5}">
                      <a16:colId xmlns:a16="http://schemas.microsoft.com/office/drawing/2014/main" val="2911823715"/>
                    </a:ext>
                  </a:extLst>
                </a:gridCol>
                <a:gridCol w="7591064">
                  <a:extLst>
                    <a:ext uri="{9D8B030D-6E8A-4147-A177-3AD203B41FA5}">
                      <a16:colId xmlns:a16="http://schemas.microsoft.com/office/drawing/2014/main" val="1886750614"/>
                    </a:ext>
                  </a:extLst>
                </a:gridCol>
              </a:tblGrid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What we will learn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745291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Predicting the next word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23181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Simple approaches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736268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Word embeddings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316576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Transformers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997747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Back to predicting the next word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741644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07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Different types of transformers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990502"/>
                  </a:ext>
                </a:extLst>
              </a:tr>
              <a:tr h="58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cap="none" spc="0" dirty="0">
                          <a:solidFill>
                            <a:schemeClr val="accent1"/>
                          </a:solidFill>
                        </a:rPr>
                        <a:t>08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100" b="0" cap="none" spc="0" dirty="0">
                          <a:solidFill>
                            <a:schemeClr val="tx1"/>
                          </a:solidFill>
                        </a:rPr>
                        <a:t>Wrap-up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12282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3B194-C32B-499D-81F0-ED0258B8A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4</a:t>
            </a:fld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50A33C-1DB4-0128-9DD4-F1AF54E7469B}"/>
              </a:ext>
            </a:extLst>
          </p:cNvPr>
          <p:cNvGrpSpPr/>
          <p:nvPr/>
        </p:nvGrpSpPr>
        <p:grpSpPr>
          <a:xfrm>
            <a:off x="5183746" y="3649501"/>
            <a:ext cx="5573423" cy="707886"/>
            <a:chOff x="5183746" y="3649501"/>
            <a:chExt cx="5573423" cy="707886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314EA52-3B7E-88F6-3CE8-E30923631020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 flipV="1">
              <a:off x="5183746" y="3746580"/>
              <a:ext cx="2020326" cy="256864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955735-2297-C6B3-1205-FEE189E7FF05}"/>
                </a:ext>
              </a:extLst>
            </p:cNvPr>
            <p:cNvSpPr txBox="1"/>
            <p:nvPr/>
          </p:nvSpPr>
          <p:spPr>
            <a:xfrm>
              <a:off x="7204072" y="3649501"/>
              <a:ext cx="3553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000" dirty="0"/>
                <a:t>Code example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3D9CC2-495E-CA81-1358-FB40D8525BF8}"/>
              </a:ext>
            </a:extLst>
          </p:cNvPr>
          <p:cNvSpPr txBox="1"/>
          <p:nvPr/>
        </p:nvSpPr>
        <p:spPr>
          <a:xfrm>
            <a:off x="4655713" y="674410"/>
            <a:ext cx="7536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hlinkClick r:id="rId3"/>
              </a:rPr>
              <a:t>github.com/</a:t>
            </a:r>
            <a:r>
              <a:rPr lang="en-GB" sz="2200" dirty="0" err="1">
                <a:hlinkClick r:id="rId3"/>
              </a:rPr>
              <a:t>dchoyle</a:t>
            </a:r>
            <a:r>
              <a:rPr lang="en-GB" sz="2200" dirty="0">
                <a:hlinkClick r:id="rId3"/>
              </a:rPr>
              <a:t>/ODSCEast2026_TransformerBootcamp</a:t>
            </a:r>
            <a:endParaRPr lang="en-GB" sz="2200" dirty="0"/>
          </a:p>
        </p:txBody>
      </p:sp>
      <p:pic>
        <p:nvPicPr>
          <p:cNvPr id="8" name="Picture 7" descr="The image depicts a QR code, which is a two-dimensional barcode that can be scanned by a QR reader to provide specific information or access to a website.&#10;&#10;AI-generated content may be incorrect.">
            <a:extLst>
              <a:ext uri="{FF2B5EF4-FFF2-40B4-BE49-F238E27FC236}">
                <a16:creationId xmlns:a16="http://schemas.microsoft.com/office/drawing/2014/main" id="{3C81C0A9-A639-DECD-079B-7D698B607D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014" y="1163354"/>
            <a:ext cx="2651304" cy="265130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81FD2E9-3326-391D-9773-89F7C9F7C5C8}"/>
              </a:ext>
            </a:extLst>
          </p:cNvPr>
          <p:cNvGrpSpPr/>
          <p:nvPr/>
        </p:nvGrpSpPr>
        <p:grpSpPr>
          <a:xfrm>
            <a:off x="5188046" y="5572741"/>
            <a:ext cx="5573423" cy="707886"/>
            <a:chOff x="5183746" y="3649501"/>
            <a:chExt cx="5573423" cy="707886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DB66AC9-7CB6-963E-0144-1C2C53860772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 flipV="1">
              <a:off x="5183746" y="3746580"/>
              <a:ext cx="2020326" cy="256864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9D2239B-90F9-51EE-53A1-B7B7B357341D}"/>
                </a:ext>
              </a:extLst>
            </p:cNvPr>
            <p:cNvSpPr txBox="1"/>
            <p:nvPr/>
          </p:nvSpPr>
          <p:spPr>
            <a:xfrm>
              <a:off x="7204072" y="3649501"/>
              <a:ext cx="3553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000" dirty="0"/>
                <a:t>Code 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755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7BFA-B7D8-B0AD-BFAB-2822F80E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5" y="401185"/>
            <a:ext cx="3932237" cy="721519"/>
          </a:xfrm>
        </p:spPr>
        <p:txBody>
          <a:bodyPr anchor="b">
            <a:normAutofit/>
          </a:bodyPr>
          <a:lstStyle/>
          <a:p>
            <a:r>
              <a:rPr lang="en-GB" sz="3600" dirty="0"/>
              <a:t>What we will learn</a:t>
            </a:r>
          </a:p>
        </p:txBody>
      </p:sp>
      <p:pic>
        <p:nvPicPr>
          <p:cNvPr id="5" name="Picture Placeholder 4" descr="A person in blue shirt and glasses is sitting at a desk, writing in a book, surrounded by a lamp, pens, and books.&#10;&#10;AI-generated content may be incorrect.">
            <a:extLst>
              <a:ext uri="{FF2B5EF4-FFF2-40B4-BE49-F238E27FC236}">
                <a16:creationId xmlns:a16="http://schemas.microsoft.com/office/drawing/2014/main" id="{66B70241-9263-B1EB-3382-186EEB0D6B9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8" r="14678"/>
          <a:stretch>
            <a:fillRect/>
          </a:stretch>
        </p:blipFill>
        <p:spPr>
          <a:xfrm>
            <a:off x="6982018" y="1885954"/>
            <a:ext cx="4973445" cy="3927077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AEDDE70-0281-A1E0-2167-65564DA92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775" y="1287494"/>
            <a:ext cx="6229350" cy="530988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mathematical challenges of next word prediction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The basic mathematical ideas behind Transformers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Transformers predict words and sentences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To get comfortable at a high-level with how LLMs work at a mathematical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 lose your fear of the science of LLMs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F641A-DA20-2C5F-7698-9F509940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982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69859-AA23-BF9C-4EA8-B33E4FA9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A337C-CD3B-6AB7-DD7A-ACCBBF10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5" y="401185"/>
            <a:ext cx="3932237" cy="721519"/>
          </a:xfrm>
        </p:spPr>
        <p:txBody>
          <a:bodyPr anchor="b">
            <a:normAutofit fontScale="90000"/>
          </a:bodyPr>
          <a:lstStyle/>
          <a:p>
            <a:r>
              <a:rPr lang="en-GB" sz="3600" dirty="0"/>
              <a:t>What we will </a:t>
            </a:r>
            <a:r>
              <a:rPr lang="en-GB" sz="3600" b="1" dirty="0"/>
              <a:t>not</a:t>
            </a:r>
            <a:r>
              <a:rPr lang="en-GB" sz="3600" dirty="0"/>
              <a:t> learn</a:t>
            </a:r>
          </a:p>
        </p:txBody>
      </p:sp>
      <p:pic>
        <p:nvPicPr>
          <p:cNvPr id="5" name="Picture Placeholder 4" descr="A person in blue shirt and glasses is sitting at a desk, writing in a book, surrounded by a lamp, pens, and books.&#10;&#10;AI-generated content may be incorrect.">
            <a:extLst>
              <a:ext uri="{FF2B5EF4-FFF2-40B4-BE49-F238E27FC236}">
                <a16:creationId xmlns:a16="http://schemas.microsoft.com/office/drawing/2014/main" id="{3D77B82E-B245-6BFF-672D-A6CFBDA22EE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8" r="14678"/>
          <a:stretch>
            <a:fillRect/>
          </a:stretch>
        </p:blipFill>
        <p:spPr>
          <a:xfrm>
            <a:off x="6982018" y="1885954"/>
            <a:ext cx="4973445" cy="3927077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213EB07-7642-6EDC-3D0D-5B41E73D6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1349" y="1667997"/>
            <a:ext cx="6229350" cy="414012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to train foundational models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to build transformer-based chatbots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to 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Agentic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to make $$$Millions from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A7E04-31F1-9F3F-3BBB-90CC954F4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6</a:t>
            </a:fld>
            <a:endParaRPr lang="en-GB"/>
          </a:p>
        </p:txBody>
      </p:sp>
      <p:pic>
        <p:nvPicPr>
          <p:cNvPr id="6" name="Graphic 5" descr="No sign with solid fill">
            <a:extLst>
              <a:ext uri="{FF2B5EF4-FFF2-40B4-BE49-F238E27FC236}">
                <a16:creationId xmlns:a16="http://schemas.microsoft.com/office/drawing/2014/main" id="{B92F16EA-DA95-E3E4-D87F-248CA5474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3574" y="1881043"/>
            <a:ext cx="3927077" cy="392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0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FAA0-E0DA-005C-3FC1-57E1802D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1EA5-8633-D2AB-C863-EC6FADB74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95" y="401185"/>
            <a:ext cx="4555041" cy="721519"/>
          </a:xfrm>
        </p:spPr>
        <p:txBody>
          <a:bodyPr anchor="b">
            <a:normAutofit fontScale="90000"/>
          </a:bodyPr>
          <a:lstStyle/>
          <a:p>
            <a:r>
              <a:rPr lang="en-GB" sz="3600" dirty="0"/>
              <a:t>What I assume you know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84556CF-8D72-8E2D-ECF9-9B34FF9D0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0579" y="1994073"/>
            <a:ext cx="6229350" cy="3461151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Basic probability, e.g. conditional probability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Basic linear algebra, e.g. matrix multiplication as a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Basic machine learning, e.g. training a model by minimizing a loss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A8E9-C286-F811-A107-5A124710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7</a:t>
            </a:fld>
            <a:endParaRPr lang="en-GB"/>
          </a:p>
        </p:txBody>
      </p:sp>
      <p:pic>
        <p:nvPicPr>
          <p:cNvPr id="8" name="Picture 7" descr="A scientist is examining a human brain model, symbolizing the study of human anatomy and neurology.&#10;&#10;AI-generated content may be incorrect.">
            <a:extLst>
              <a:ext uri="{FF2B5EF4-FFF2-40B4-BE49-F238E27FC236}">
                <a16:creationId xmlns:a16="http://schemas.microsoft.com/office/drawing/2014/main" id="{1B77BD70-CB56-1D23-AD62-C9A4C2EFE4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8" t="11742" r="10725"/>
          <a:stretch>
            <a:fillRect/>
          </a:stretch>
        </p:blipFill>
        <p:spPr>
          <a:xfrm>
            <a:off x="6640209" y="1527457"/>
            <a:ext cx="5040907" cy="397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22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DCB66-17A2-F829-5204-0DED220D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Predicting the next word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22EDC-8FE4-4D00-DB20-BA483B37B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What this enables, tokens and 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E734C-79B7-596C-4875-7B73AFC98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915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6E9A-DA35-8DC4-6CEA-7F22C45C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Predicting the next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C02C5-C146-EEA1-0070-777C46C49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we trying to achieve?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The cat sat on the ….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BF9E4-1851-3731-216A-61A0DFD1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687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DF01-5DD1-C4BD-35C8-F13E2329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76E19-B857-03E3-FB26-B4FB86A31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Predicting the next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9CDDC-DAAC-E377-2ABF-2C03443CB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we trying to achieve?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The cat sat on the </a:t>
            </a:r>
            <a:r>
              <a:rPr lang="en-GB" dirty="0">
                <a:solidFill>
                  <a:srgbClr val="00B0F0"/>
                </a:solidFill>
              </a:rPr>
              <a:t>mat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75D09-1164-5FD9-F331-85207F3E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171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29B3A-F8A5-2601-CCEF-E2628AF0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F27F-BA2C-B3AF-8BAB-C8EBD581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Predicting the next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7C350-311A-B1DF-5CF3-63393494C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we trying to achieve?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The quick brown fox jumped over the …….</a:t>
            </a:r>
            <a:endParaRPr lang="en-GB" dirty="0">
              <a:solidFill>
                <a:srgbClr val="00B0F0"/>
              </a:solidFill>
            </a:endParaRP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AC6C3-B35E-DC76-E130-7F73A305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86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C6AED-DF2A-8CD3-2A76-2FED5A854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79E59-7440-3FC4-6667-ABA85086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Predicting the next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6D4D1-A89F-2E37-2AF8-04261A995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we trying to achieve?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The quick brown fox jumped over the </a:t>
            </a:r>
            <a:r>
              <a:rPr lang="en-GB" dirty="0">
                <a:solidFill>
                  <a:srgbClr val="00B0F0"/>
                </a:solidFill>
              </a:rPr>
              <a:t>lazy</a:t>
            </a:r>
          </a:p>
          <a:p>
            <a:pPr lvl="1"/>
            <a:endParaRPr lang="en-GB" dirty="0">
              <a:solidFill>
                <a:srgbClr val="00B0F0"/>
              </a:solidFill>
            </a:endParaRPr>
          </a:p>
          <a:p>
            <a:pPr lvl="1"/>
            <a:r>
              <a:rPr lang="en-GB" dirty="0"/>
              <a:t>The quick brown fox jumped over the lazy …..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A4387-8476-EA3D-D4CB-F10141E6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54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85754-0E0C-E2D6-BFE6-81100CF7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B869-586F-AC28-9113-D796E99B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Predicting the next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81A4-3328-D6DD-7DF2-9EDE2BD43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we trying to achieve?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The quick brown fox jumped over the </a:t>
            </a:r>
            <a:r>
              <a:rPr lang="en-GB" dirty="0">
                <a:solidFill>
                  <a:srgbClr val="00B0F0"/>
                </a:solidFill>
              </a:rPr>
              <a:t>lazy</a:t>
            </a:r>
          </a:p>
          <a:p>
            <a:pPr lvl="1"/>
            <a:endParaRPr lang="en-GB" dirty="0">
              <a:solidFill>
                <a:srgbClr val="00B0F0"/>
              </a:solidFill>
            </a:endParaRPr>
          </a:p>
          <a:p>
            <a:pPr lvl="1"/>
            <a:r>
              <a:rPr lang="en-GB" dirty="0"/>
              <a:t>The quick brown fox jumped over the lazy </a:t>
            </a:r>
            <a:r>
              <a:rPr lang="en-GB" dirty="0">
                <a:solidFill>
                  <a:srgbClr val="00B0F0"/>
                </a:solidFill>
              </a:rPr>
              <a:t>dog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263F9-7F93-AC09-6F27-4D3B5BEA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398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2DE4C-45AB-ACEA-3DA1-45D08F5D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67F2A-6C42-75E2-11EE-DD3438F7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Predicting the next word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22420-BAB0-770D-E5FF-7652E80A04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1" y="1690688"/>
                <a:ext cx="11304814" cy="4351338"/>
              </a:xfrm>
            </p:spPr>
            <p:txBody>
              <a:bodyPr/>
              <a:lstStyle/>
              <a:p>
                <a:r>
                  <a:rPr lang="en-GB" dirty="0"/>
                  <a:t>What are we trying to achieve?</a:t>
                </a:r>
              </a:p>
              <a:p>
                <a:pPr lvl="1"/>
                <a:endParaRPr lang="en-GB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 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  <a:p>
                <a:pPr marL="457200" lvl="1" indent="0">
                  <a:buNone/>
                </a:pPr>
                <a:endParaRPr lang="en-GB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  <a:p>
                <a:pPr marL="457200" lvl="1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22420-BAB0-770D-E5FF-7652E80A04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1" y="1690688"/>
                <a:ext cx="11304814" cy="4351338"/>
              </a:xfrm>
              <a:blipFill>
                <a:blip r:embed="rId3"/>
                <a:stretch>
                  <a:fillRect l="-971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EFFF8-47FB-3D4E-14D7-601A367E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34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A7A8-9597-C8A7-E27F-742799562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1E7B-9FD5-5286-4D02-337F5CEA5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8118"/>
          </a:xfrm>
        </p:spPr>
        <p:txBody>
          <a:bodyPr/>
          <a:lstStyle/>
          <a:p>
            <a:r>
              <a:rPr lang="en-GB" dirty="0"/>
              <a:t>Predicting the next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41067-94EC-FAE2-EF63-7687E0038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4" y="1668916"/>
            <a:ext cx="11680372" cy="4351338"/>
          </a:xfrm>
        </p:spPr>
        <p:txBody>
          <a:bodyPr/>
          <a:lstStyle/>
          <a:p>
            <a:r>
              <a:rPr lang="en-GB" dirty="0"/>
              <a:t>What are we trying to achieve?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sz="2800" dirty="0"/>
              <a:t>“</a:t>
            </a:r>
            <a:r>
              <a:rPr lang="en-GB" dirty="0"/>
              <a:t>I wandered lonely as a cloud that floats on high o'er vales and hills,   </a:t>
            </a:r>
          </a:p>
          <a:p>
            <a:pPr marL="0" indent="0">
              <a:buNone/>
            </a:pPr>
            <a:r>
              <a:rPr lang="en-GB" dirty="0"/>
              <a:t>  when all at once …….” </a:t>
            </a:r>
            <a:endParaRPr lang="en-GB" sz="2400" dirty="0"/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dirty="0">
                <a:sym typeface="Symbol" panose="05050102010706020507" pitchFamily="18" charset="2"/>
              </a:rPr>
              <a:t>	 </a:t>
            </a:r>
            <a:r>
              <a:rPr lang="en-GB" dirty="0"/>
              <a:t>“I wandered lonely as a cloud that floats on high o'er vales and 		        hills, when all at once </a:t>
            </a:r>
            <a:r>
              <a:rPr lang="en-GB" b="1" dirty="0"/>
              <a:t>I saw a crowd, a host of golden daffodils</a:t>
            </a:r>
            <a:r>
              <a:rPr lang="en-GB" dirty="0"/>
              <a:t>” 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D65AA-A0D8-2A2B-F448-64E096ECA305}"/>
              </a:ext>
            </a:extLst>
          </p:cNvPr>
          <p:cNvSpPr txBox="1"/>
          <p:nvPr/>
        </p:nvSpPr>
        <p:spPr>
          <a:xfrm>
            <a:off x="9007929" y="4963886"/>
            <a:ext cx="279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William Wordsworth, 1807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0177C5-6BC4-B3F9-85EC-04702A61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88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240D7-457B-CFEE-4ADA-45DD79FC7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984"/>
          </a:xfrm>
        </p:spPr>
        <p:txBody>
          <a:bodyPr/>
          <a:lstStyle/>
          <a:p>
            <a:r>
              <a:rPr lang="en-GB" dirty="0"/>
              <a:t>Words as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8B700-2D52-D975-F29C-983F70914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310" y="1215110"/>
            <a:ext cx="11457616" cy="5277763"/>
          </a:xfrm>
        </p:spPr>
        <p:txBody>
          <a:bodyPr>
            <a:normAutofit/>
          </a:bodyPr>
          <a:lstStyle/>
          <a:p>
            <a:r>
              <a:rPr lang="en-GB" dirty="0"/>
              <a:t>Words are the sentence natural units of a sentence.</a:t>
            </a:r>
          </a:p>
          <a:p>
            <a:endParaRPr lang="en-GB" dirty="0"/>
          </a:p>
          <a:p>
            <a:r>
              <a:rPr lang="en-GB" dirty="0"/>
              <a:t>We breaks down a sentence into these units:</a:t>
            </a:r>
          </a:p>
          <a:p>
            <a:pPr marL="0" indent="0">
              <a:buNone/>
            </a:pPr>
            <a:r>
              <a:rPr lang="en-GB" dirty="0"/>
              <a:t>	the cat sat on the mat </a:t>
            </a:r>
            <a:r>
              <a:rPr lang="en-GB" dirty="0">
                <a:sym typeface="Symbol" panose="05050102010706020507" pitchFamily="18" charset="2"/>
              </a:rPr>
              <a:t> [the, cat, sat, on, the mat]</a:t>
            </a:r>
          </a:p>
          <a:p>
            <a:pPr marL="0" indent="0">
              <a:buNone/>
            </a:pPr>
            <a:endParaRPr lang="en-GB" dirty="0">
              <a:sym typeface="Symbol" panose="05050102010706020507" pitchFamily="18" charset="2"/>
            </a:endParaRPr>
          </a:p>
          <a:p>
            <a:r>
              <a:rPr lang="en-GB" dirty="0"/>
              <a:t>We call these units “tokens”</a:t>
            </a:r>
          </a:p>
          <a:p>
            <a:endParaRPr lang="en-GB" dirty="0"/>
          </a:p>
          <a:p>
            <a:r>
              <a:rPr lang="en-GB" dirty="0"/>
              <a:t>Tokens don’t have to be complete words:</a:t>
            </a:r>
          </a:p>
          <a:p>
            <a:pPr marL="457200" lvl="1" indent="0">
              <a:buNone/>
            </a:pPr>
            <a:r>
              <a:rPr lang="en-GB" dirty="0"/>
              <a:t>quick brown fox jumped over </a:t>
            </a:r>
            <a:r>
              <a:rPr lang="en-GB" dirty="0">
                <a:sym typeface="Symbol" panose="05050102010706020507" pitchFamily="18" charset="2"/>
              </a:rPr>
              <a:t> [quick, brown, fox, jump, ed, over]</a:t>
            </a:r>
            <a:endParaRPr lang="en-GB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C9E75-1B60-ABF5-3C70-5C7F6CD7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15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B7580-031E-1A9C-6A6B-9C45FA835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9E68D-884C-331A-8C08-E0AC55837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natural language sentence is just a sequence of tokens</a:t>
            </a:r>
          </a:p>
          <a:p>
            <a:endParaRPr lang="en-GB" dirty="0"/>
          </a:p>
          <a:p>
            <a:r>
              <a:rPr lang="en-GB" dirty="0"/>
              <a:t>Our modelling challenge is “predict the next token in given the preceding sequence of tokens”</a:t>
            </a:r>
          </a:p>
          <a:p>
            <a:endParaRPr lang="en-GB" dirty="0"/>
          </a:p>
          <a:p>
            <a:r>
              <a:rPr lang="en-GB" dirty="0"/>
              <a:t>We find sequences of tokens everywhere, not just in language</a:t>
            </a:r>
          </a:p>
          <a:p>
            <a:endParaRPr lang="en-GB" dirty="0"/>
          </a:p>
          <a:p>
            <a:r>
              <a:rPr lang="en-GB" dirty="0"/>
              <a:t>I will almost always be referring to words in a sentence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3B4D7-54F1-1C2A-839D-56527E30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78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BF5E9-FC19-3106-0274-325DEB809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CFA1-4105-BEFF-34DF-26B8D736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Simple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96A36-EE5A-A06A-5FA1-86925AFB5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Naïve models that are wrong and what we can learn from that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0F193-0F62-39A6-5901-7898962B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579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34D19-9CDB-4D3A-7332-70144E6D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782E-88EE-1EF3-FF60-24141BD7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380"/>
          </a:xfrm>
        </p:spPr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2C105-C8DB-B734-6FFD-60721711D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56" y="1328513"/>
            <a:ext cx="10515600" cy="92188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 </a:t>
            </a:r>
            <a:r>
              <a:rPr lang="en-GB" sz="2400" dirty="0"/>
              <a:t>“The more you know, the more you realize you don't know” 									              </a:t>
            </a:r>
            <a:r>
              <a:rPr lang="en-GB" sz="2000" dirty="0"/>
              <a:t>Aristotle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60EF1-C68D-E355-74F4-21092FAC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19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E230EF-B929-33F8-3D64-0CD3BA8FB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867899"/>
              </p:ext>
            </p:extLst>
          </p:nvPr>
        </p:nvGraphicFramePr>
        <p:xfrm>
          <a:off x="3204029" y="3596442"/>
          <a:ext cx="51180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57">
                  <a:extLst>
                    <a:ext uri="{9D8B030D-6E8A-4147-A177-3AD203B41FA5}">
                      <a16:colId xmlns:a16="http://schemas.microsoft.com/office/drawing/2014/main" val="3423879459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5191427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46983421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32283796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81365584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985124691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3398925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don’t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more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8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know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1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realize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don’t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348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E7851E-7792-82EA-09B8-72C743354096}"/>
              </a:ext>
            </a:extLst>
          </p:cNvPr>
          <p:cNvSpPr txBox="1"/>
          <p:nvPr/>
        </p:nvSpPr>
        <p:spPr>
          <a:xfrm>
            <a:off x="2062843" y="4664534"/>
            <a:ext cx="957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From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C9735-95B3-32BC-37C3-2A5DADFE44B5}"/>
              </a:ext>
            </a:extLst>
          </p:cNvPr>
          <p:cNvSpPr txBox="1"/>
          <p:nvPr/>
        </p:nvSpPr>
        <p:spPr>
          <a:xfrm>
            <a:off x="5431988" y="3189511"/>
            <a:ext cx="729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9DD818-1568-018E-381D-54364013DDBC}"/>
                  </a:ext>
                </a:extLst>
              </p:cNvPr>
              <p:cNvSpPr txBox="1"/>
              <p:nvPr/>
            </p:nvSpPr>
            <p:spPr>
              <a:xfrm>
                <a:off x="1260991" y="2563566"/>
                <a:ext cx="10009343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Prob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Word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vocabulary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preceding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word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word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vocabulary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9DD818-1568-018E-381D-54364013D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991" y="2563566"/>
                <a:ext cx="10009343" cy="399084"/>
              </a:xfrm>
              <a:prstGeom prst="rect">
                <a:avLst/>
              </a:prstGeom>
              <a:blipFill>
                <a:blip r:embed="rId3"/>
                <a:stretch>
                  <a:fillRect l="-305" b="-26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A23462-D8B1-AA11-3FFE-AADA2AE86B53}"/>
                  </a:ext>
                </a:extLst>
              </p:cNvPr>
              <p:cNvSpPr txBox="1"/>
              <p:nvPr/>
            </p:nvSpPr>
            <p:spPr>
              <a:xfrm>
                <a:off x="1015581" y="4664534"/>
                <a:ext cx="864019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A23462-D8B1-AA11-3FFE-AADA2AE86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81" y="4664534"/>
                <a:ext cx="864019" cy="4655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40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1549-D7E8-0A7F-5B45-A71E3375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0E44-0F2B-0C9F-2D4F-D32C0FCD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380"/>
          </a:xfrm>
        </p:spPr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24D6A-5FA6-ABA1-4533-AE1237683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56" y="1328513"/>
            <a:ext cx="10515600" cy="92188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 </a:t>
            </a:r>
            <a:r>
              <a:rPr lang="en-GB" sz="2400" dirty="0"/>
              <a:t>“The more you know, the more you realize you don't know” 									              </a:t>
            </a:r>
            <a:r>
              <a:rPr lang="en-GB" sz="2000" dirty="0"/>
              <a:t>Aristotle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4799F-7C7B-20C5-AAB7-4E9AADC8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20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947307-D916-3C8D-110D-E44AAC60E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047260"/>
              </p:ext>
            </p:extLst>
          </p:nvPr>
        </p:nvGraphicFramePr>
        <p:xfrm>
          <a:off x="3302001" y="2725582"/>
          <a:ext cx="51180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57">
                  <a:extLst>
                    <a:ext uri="{9D8B030D-6E8A-4147-A177-3AD203B41FA5}">
                      <a16:colId xmlns:a16="http://schemas.microsoft.com/office/drawing/2014/main" val="3423879459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5191427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46983421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32283796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81365584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985124691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3398925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don’t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more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8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know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1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realize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don’t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348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A1470C-60FD-9A10-D283-F5D00E2B4CC8}"/>
                  </a:ext>
                </a:extLst>
              </p:cNvPr>
              <p:cNvSpPr txBox="1"/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A1470C-60FD-9A10-D283-F5D00E2B4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1FBE506-984E-EACA-C2EB-8E4AEAAF324B}"/>
              </a:ext>
            </a:extLst>
          </p:cNvPr>
          <p:cNvSpPr/>
          <p:nvPr/>
        </p:nvSpPr>
        <p:spPr>
          <a:xfrm>
            <a:off x="4105595" y="3111415"/>
            <a:ext cx="4166963" cy="3175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655384-46D5-633C-4C6E-085F45DED33E}"/>
              </a:ext>
            </a:extLst>
          </p:cNvPr>
          <p:cNvSpPr txBox="1"/>
          <p:nvPr/>
        </p:nvSpPr>
        <p:spPr>
          <a:xfrm>
            <a:off x="1113553" y="5889812"/>
            <a:ext cx="971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more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FB23B7-0DA2-FDAE-5F57-9352E70BDD1A}"/>
              </a:ext>
            </a:extLst>
          </p:cNvPr>
          <p:cNvCxnSpPr/>
          <p:nvPr/>
        </p:nvCxnSpPr>
        <p:spPr>
          <a:xfrm>
            <a:off x="2877671" y="3247465"/>
            <a:ext cx="42433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7B4A9A-5B30-4F34-78F8-676D85B8ED99}"/>
                  </a:ext>
                </a:extLst>
              </p:cNvPr>
              <p:cNvSpPr txBox="1"/>
              <p:nvPr/>
            </p:nvSpPr>
            <p:spPr>
              <a:xfrm>
                <a:off x="1223683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7B4A9A-5B30-4F34-78F8-676D85B8E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83" y="6259810"/>
                <a:ext cx="4168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124FFA-E430-0394-02E8-CE961ABA487A}"/>
                  </a:ext>
                </a:extLst>
              </p:cNvPr>
              <p:cNvSpPr txBox="1"/>
              <p:nvPr/>
            </p:nvSpPr>
            <p:spPr>
              <a:xfrm>
                <a:off x="1693209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124FFA-E430-0394-02E8-CE961ABA4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209" y="6259810"/>
                <a:ext cx="416859" cy="461665"/>
              </a:xfrm>
              <a:prstGeom prst="rect">
                <a:avLst/>
              </a:prstGeom>
              <a:blipFill>
                <a:blip r:embed="rId5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C07580-EC34-8B5B-2F3C-A91F111B5F7E}"/>
              </a:ext>
            </a:extLst>
          </p:cNvPr>
          <p:cNvCxnSpPr>
            <a:cxnSpLocks/>
          </p:cNvCxnSpPr>
          <p:nvPr/>
        </p:nvCxnSpPr>
        <p:spPr>
          <a:xfrm>
            <a:off x="5053863" y="2350991"/>
            <a:ext cx="0" cy="374591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397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C3E7B-9E48-5198-21FB-6B0AE58B6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F965-9065-3A0B-B956-208B0397A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380"/>
          </a:xfrm>
        </p:spPr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D4AC3-AE50-A72F-5268-0E3630366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56" y="1328513"/>
            <a:ext cx="10515600" cy="92188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 </a:t>
            </a:r>
            <a:r>
              <a:rPr lang="en-GB" sz="2400" dirty="0"/>
              <a:t>“The more you know, the more you realize you don't know” 									              </a:t>
            </a:r>
            <a:r>
              <a:rPr lang="en-GB" sz="2000" dirty="0"/>
              <a:t>Aristotle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0B035-6E56-1F58-3A64-5B43C31FC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19DEBB-D52B-2F49-FD50-706FC4B4A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728292"/>
              </p:ext>
            </p:extLst>
          </p:nvPr>
        </p:nvGraphicFramePr>
        <p:xfrm>
          <a:off x="3302001" y="2725582"/>
          <a:ext cx="51180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57">
                  <a:extLst>
                    <a:ext uri="{9D8B030D-6E8A-4147-A177-3AD203B41FA5}">
                      <a16:colId xmlns:a16="http://schemas.microsoft.com/office/drawing/2014/main" val="3423879459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5191427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46983421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32283796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81365584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985124691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3398925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don’t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more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8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know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1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realize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don’t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348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FCE095-2519-EB88-3AD6-E16176099E33}"/>
                  </a:ext>
                </a:extLst>
              </p:cNvPr>
              <p:cNvSpPr txBox="1"/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FCE095-2519-EB88-3AD6-E16176099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11B3FEE3-07A1-73AA-003C-C2F9D79EBD34}"/>
              </a:ext>
            </a:extLst>
          </p:cNvPr>
          <p:cNvSpPr/>
          <p:nvPr/>
        </p:nvSpPr>
        <p:spPr>
          <a:xfrm>
            <a:off x="4105595" y="3474490"/>
            <a:ext cx="4166963" cy="3175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40FBBE-A3A1-0E3C-F4B6-F14D80328A01}"/>
              </a:ext>
            </a:extLst>
          </p:cNvPr>
          <p:cNvSpPr txBox="1"/>
          <p:nvPr/>
        </p:nvSpPr>
        <p:spPr>
          <a:xfrm>
            <a:off x="1113553" y="5889812"/>
            <a:ext cx="971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more you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273C5F-93D9-663F-D10A-BDC640FF641D}"/>
              </a:ext>
            </a:extLst>
          </p:cNvPr>
          <p:cNvCxnSpPr/>
          <p:nvPr/>
        </p:nvCxnSpPr>
        <p:spPr>
          <a:xfrm>
            <a:off x="2877671" y="3623993"/>
            <a:ext cx="42433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CEF7A9-398A-3AA5-F676-AC36AEBDD8E4}"/>
                  </a:ext>
                </a:extLst>
              </p:cNvPr>
              <p:cNvSpPr txBox="1"/>
              <p:nvPr/>
            </p:nvSpPr>
            <p:spPr>
              <a:xfrm>
                <a:off x="1875868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CEF7A9-398A-3AA5-F676-AC36AEBDD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868" y="6259810"/>
                <a:ext cx="4168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CB1850-D099-A9CA-20DA-E15D92C9319F}"/>
                  </a:ext>
                </a:extLst>
              </p:cNvPr>
              <p:cNvSpPr txBox="1"/>
              <p:nvPr/>
            </p:nvSpPr>
            <p:spPr>
              <a:xfrm>
                <a:off x="2473144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CB1850-D099-A9CA-20DA-E15D92C93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144" y="6259810"/>
                <a:ext cx="416859" cy="461665"/>
              </a:xfrm>
              <a:prstGeom prst="rect">
                <a:avLst/>
              </a:prstGeom>
              <a:blipFill>
                <a:blip r:embed="rId5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418C41-E219-A123-73DA-DB7CAA49B034}"/>
              </a:ext>
            </a:extLst>
          </p:cNvPr>
          <p:cNvCxnSpPr>
            <a:cxnSpLocks/>
          </p:cNvCxnSpPr>
          <p:nvPr/>
        </p:nvCxnSpPr>
        <p:spPr>
          <a:xfrm>
            <a:off x="5753116" y="2350991"/>
            <a:ext cx="0" cy="374591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9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5094A-0086-3640-0770-3C8E3E6C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83BC-0889-4005-B2C8-3C10FA07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380"/>
          </a:xfrm>
        </p:spPr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2075D-C88C-C789-1DAC-E82504EC3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56" y="1328513"/>
            <a:ext cx="10515600" cy="92188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 </a:t>
            </a:r>
            <a:r>
              <a:rPr lang="en-GB" sz="2400" dirty="0"/>
              <a:t>“The more you know, the more you realize you don't know” 									              </a:t>
            </a:r>
            <a:r>
              <a:rPr lang="en-GB" sz="2000" dirty="0"/>
              <a:t>Aristotle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A1B1B-2452-6646-853E-578370432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22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1A0F6E-1AFF-79E5-2B95-7687D39A2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130221"/>
              </p:ext>
            </p:extLst>
          </p:nvPr>
        </p:nvGraphicFramePr>
        <p:xfrm>
          <a:off x="3302001" y="2725582"/>
          <a:ext cx="51180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57">
                  <a:extLst>
                    <a:ext uri="{9D8B030D-6E8A-4147-A177-3AD203B41FA5}">
                      <a16:colId xmlns:a16="http://schemas.microsoft.com/office/drawing/2014/main" val="3423879459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5191427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46983421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32283796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81365584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985124691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3398925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don’t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more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8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know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1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realize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don’t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348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6C7991-22C9-5F60-6FDA-9D5EA5F6144C}"/>
                  </a:ext>
                </a:extLst>
              </p:cNvPr>
              <p:cNvSpPr txBox="1"/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6C7991-22C9-5F60-6FDA-9D5EA5F61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C488E72-044B-F0A4-2611-2F77E51C7882}"/>
              </a:ext>
            </a:extLst>
          </p:cNvPr>
          <p:cNvSpPr/>
          <p:nvPr/>
        </p:nvSpPr>
        <p:spPr>
          <a:xfrm>
            <a:off x="4105595" y="3844293"/>
            <a:ext cx="4166963" cy="3175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7FF415-CEC0-5A8C-ACAD-D53AF6079E5D}"/>
              </a:ext>
            </a:extLst>
          </p:cNvPr>
          <p:cNvSpPr txBox="1"/>
          <p:nvPr/>
        </p:nvSpPr>
        <p:spPr>
          <a:xfrm>
            <a:off x="1113553" y="5889812"/>
            <a:ext cx="971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more you know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A0DD19-95D6-2C0A-2D37-5520D4F7062D}"/>
              </a:ext>
            </a:extLst>
          </p:cNvPr>
          <p:cNvCxnSpPr/>
          <p:nvPr/>
        </p:nvCxnSpPr>
        <p:spPr>
          <a:xfrm>
            <a:off x="2877671" y="4013964"/>
            <a:ext cx="42433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A5212D-22BC-2709-3769-07BDDB32C8C6}"/>
                  </a:ext>
                </a:extLst>
              </p:cNvPr>
              <p:cNvSpPr txBox="1"/>
              <p:nvPr/>
            </p:nvSpPr>
            <p:spPr>
              <a:xfrm>
                <a:off x="2528060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A5212D-22BC-2709-3769-07BDDB32C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060" y="6259810"/>
                <a:ext cx="4168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06F1FF-C195-BC95-9B06-C2B70C9BD847}"/>
                  </a:ext>
                </a:extLst>
              </p:cNvPr>
              <p:cNvSpPr txBox="1"/>
              <p:nvPr/>
            </p:nvSpPr>
            <p:spPr>
              <a:xfrm>
                <a:off x="3125336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06F1FF-C195-BC95-9B06-C2B70C9BD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336" y="6259810"/>
                <a:ext cx="416859" cy="461665"/>
              </a:xfrm>
              <a:prstGeom prst="rect">
                <a:avLst/>
              </a:prstGeom>
              <a:blipFill>
                <a:blip r:embed="rId5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5CBD54-D435-1EFB-9E56-754F1667BA2A}"/>
              </a:ext>
            </a:extLst>
          </p:cNvPr>
          <p:cNvCxnSpPr>
            <a:cxnSpLocks/>
          </p:cNvCxnSpPr>
          <p:nvPr/>
        </p:nvCxnSpPr>
        <p:spPr>
          <a:xfrm>
            <a:off x="6533052" y="2350991"/>
            <a:ext cx="0" cy="374591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207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F789C-E541-7603-21F1-46D4742FC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306F-7E82-87CA-5A7F-39CF9B6C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380"/>
          </a:xfrm>
        </p:spPr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5FDE4-6AAC-5D67-C340-5F66EA773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56" y="1328513"/>
            <a:ext cx="10515600" cy="92188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 </a:t>
            </a:r>
            <a:r>
              <a:rPr lang="en-GB" sz="2400" dirty="0"/>
              <a:t>“The more you know, the more you realize you don't know” 									              </a:t>
            </a:r>
            <a:r>
              <a:rPr lang="en-GB" sz="2000" dirty="0"/>
              <a:t>Aristotle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53F24-883D-F782-A9B3-153AB301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23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CB067A-7399-DB62-4028-A7A380DD5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566382"/>
              </p:ext>
            </p:extLst>
          </p:nvPr>
        </p:nvGraphicFramePr>
        <p:xfrm>
          <a:off x="3302001" y="2725582"/>
          <a:ext cx="51180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57">
                  <a:extLst>
                    <a:ext uri="{9D8B030D-6E8A-4147-A177-3AD203B41FA5}">
                      <a16:colId xmlns:a16="http://schemas.microsoft.com/office/drawing/2014/main" val="3423879459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5191427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46983421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32283796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81365584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985124691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3398925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don’t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more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8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know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1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realize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don’t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348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023B95-692C-F570-5345-C73F5CCC5193}"/>
                  </a:ext>
                </a:extLst>
              </p:cNvPr>
              <p:cNvSpPr txBox="1"/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023B95-692C-F570-5345-C73F5CCC5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4E7161EE-5D89-DC7A-FD12-B8FEB38A087A}"/>
              </a:ext>
            </a:extLst>
          </p:cNvPr>
          <p:cNvSpPr/>
          <p:nvPr/>
        </p:nvSpPr>
        <p:spPr>
          <a:xfrm>
            <a:off x="4105595" y="4220819"/>
            <a:ext cx="4166963" cy="3175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23F540-A82A-CD7D-8666-EEE6066EE937}"/>
              </a:ext>
            </a:extLst>
          </p:cNvPr>
          <p:cNvSpPr txBox="1"/>
          <p:nvPr/>
        </p:nvSpPr>
        <p:spPr>
          <a:xfrm>
            <a:off x="1113553" y="5889812"/>
            <a:ext cx="971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more you know the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099B52-CC1E-C875-B959-B2987FF67992}"/>
              </a:ext>
            </a:extLst>
          </p:cNvPr>
          <p:cNvCxnSpPr/>
          <p:nvPr/>
        </p:nvCxnSpPr>
        <p:spPr>
          <a:xfrm>
            <a:off x="2877671" y="4377042"/>
            <a:ext cx="42433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C024E8-18D6-C5F5-02D6-0D697E97A04E}"/>
                  </a:ext>
                </a:extLst>
              </p:cNvPr>
              <p:cNvSpPr txBox="1"/>
              <p:nvPr/>
            </p:nvSpPr>
            <p:spPr>
              <a:xfrm>
                <a:off x="3207136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C024E8-18D6-C5F5-02D6-0D697E97A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136" y="6259810"/>
                <a:ext cx="41685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48EDB4-1A32-7218-71A3-8B9F3364B8C0}"/>
                  </a:ext>
                </a:extLst>
              </p:cNvPr>
              <p:cNvSpPr txBox="1"/>
              <p:nvPr/>
            </p:nvSpPr>
            <p:spPr>
              <a:xfrm>
                <a:off x="3804412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48EDB4-1A32-7218-71A3-8B9F3364B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412" y="6259810"/>
                <a:ext cx="416859" cy="461665"/>
              </a:xfrm>
              <a:prstGeom prst="rect">
                <a:avLst/>
              </a:prstGeom>
              <a:blipFill>
                <a:blip r:embed="rId4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A50372-7F41-5002-DEF8-2A5B45BDE709}"/>
              </a:ext>
            </a:extLst>
          </p:cNvPr>
          <p:cNvCxnSpPr>
            <a:cxnSpLocks/>
          </p:cNvCxnSpPr>
          <p:nvPr/>
        </p:nvCxnSpPr>
        <p:spPr>
          <a:xfrm>
            <a:off x="4247057" y="2350991"/>
            <a:ext cx="0" cy="374591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511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F9AEB-4C2D-8A97-F7F9-F797F423B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949A-A80F-0061-9716-99346CEC9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380"/>
          </a:xfrm>
        </p:spPr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CC2D-ED1C-D646-B67E-0146CCE71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56" y="1328513"/>
            <a:ext cx="10515600" cy="92188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 </a:t>
            </a:r>
            <a:r>
              <a:rPr lang="en-GB" sz="2400" dirty="0"/>
              <a:t>“The more you know, the more you realize you don't know” 									              </a:t>
            </a:r>
            <a:r>
              <a:rPr lang="en-GB" sz="2000" dirty="0"/>
              <a:t>Aristotle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C606A-096C-211E-C2EF-FBEB379A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24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CB2F2A-7E3F-A32F-609D-53B570E11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953984"/>
              </p:ext>
            </p:extLst>
          </p:nvPr>
        </p:nvGraphicFramePr>
        <p:xfrm>
          <a:off x="3302001" y="2725582"/>
          <a:ext cx="51180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57">
                  <a:extLst>
                    <a:ext uri="{9D8B030D-6E8A-4147-A177-3AD203B41FA5}">
                      <a16:colId xmlns:a16="http://schemas.microsoft.com/office/drawing/2014/main" val="3423879459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5191427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46983421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32283796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81365584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985124691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3398925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don’t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more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8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know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1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realize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don’t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348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EA8C19-26E1-8D53-47AA-DA0CDC81D171}"/>
                  </a:ext>
                </a:extLst>
              </p:cNvPr>
              <p:cNvSpPr txBox="1"/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EA8C19-26E1-8D53-47AA-DA0CDC81D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01B09E4F-996E-C889-75EF-20016A9B5431}"/>
              </a:ext>
            </a:extLst>
          </p:cNvPr>
          <p:cNvSpPr/>
          <p:nvPr/>
        </p:nvSpPr>
        <p:spPr>
          <a:xfrm>
            <a:off x="4105595" y="3104710"/>
            <a:ext cx="4166963" cy="3175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974DE-C7A5-34EF-B207-634E826BEBF2}"/>
              </a:ext>
            </a:extLst>
          </p:cNvPr>
          <p:cNvSpPr txBox="1"/>
          <p:nvPr/>
        </p:nvSpPr>
        <p:spPr>
          <a:xfrm>
            <a:off x="1113553" y="5889812"/>
            <a:ext cx="971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more you know the more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852A91-3EFC-5AED-C7CA-5ADC55FB4982}"/>
              </a:ext>
            </a:extLst>
          </p:cNvPr>
          <p:cNvCxnSpPr/>
          <p:nvPr/>
        </p:nvCxnSpPr>
        <p:spPr>
          <a:xfrm>
            <a:off x="2877671" y="3227321"/>
            <a:ext cx="42433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B0657A-9920-38A5-5AF1-B00C171DD928}"/>
                  </a:ext>
                </a:extLst>
              </p:cNvPr>
              <p:cNvSpPr txBox="1"/>
              <p:nvPr/>
            </p:nvSpPr>
            <p:spPr>
              <a:xfrm>
                <a:off x="3785364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B0657A-9920-38A5-5AF1-B00C171DD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364" y="6259810"/>
                <a:ext cx="41685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9A16B1-C36B-B047-0C25-EDFF0D82A079}"/>
                  </a:ext>
                </a:extLst>
              </p:cNvPr>
              <p:cNvSpPr txBox="1"/>
              <p:nvPr/>
            </p:nvSpPr>
            <p:spPr>
              <a:xfrm>
                <a:off x="4382640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9A16B1-C36B-B047-0C25-EDFF0D82A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640" y="6259810"/>
                <a:ext cx="416859" cy="461665"/>
              </a:xfrm>
              <a:prstGeom prst="rect">
                <a:avLst/>
              </a:prstGeom>
              <a:blipFill>
                <a:blip r:embed="rId4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BFCB54-B97D-16B2-86A4-5C0F5E067B71}"/>
              </a:ext>
            </a:extLst>
          </p:cNvPr>
          <p:cNvCxnSpPr>
            <a:cxnSpLocks/>
          </p:cNvCxnSpPr>
          <p:nvPr/>
        </p:nvCxnSpPr>
        <p:spPr>
          <a:xfrm>
            <a:off x="5053885" y="2350991"/>
            <a:ext cx="0" cy="374591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508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64C6-C6EF-ED16-D03A-FA79B9FE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14E5-905E-7D42-A3CE-3A78A6A0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380"/>
          </a:xfrm>
        </p:spPr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ED58A-8F17-78B3-C6EC-31370449B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56" y="1328513"/>
            <a:ext cx="10515600" cy="92188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 </a:t>
            </a:r>
            <a:r>
              <a:rPr lang="en-GB" sz="2400" dirty="0"/>
              <a:t>“The more you know, the more you realize you don't know” 									              </a:t>
            </a:r>
            <a:r>
              <a:rPr lang="en-GB" sz="2000" dirty="0"/>
              <a:t>Aristotle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7CD6B-BFE3-F9F2-BBF6-2D123075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25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F0C377-A9BD-7433-2438-3410BB211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67215"/>
              </p:ext>
            </p:extLst>
          </p:nvPr>
        </p:nvGraphicFramePr>
        <p:xfrm>
          <a:off x="3302001" y="2725582"/>
          <a:ext cx="51180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57">
                  <a:extLst>
                    <a:ext uri="{9D8B030D-6E8A-4147-A177-3AD203B41FA5}">
                      <a16:colId xmlns:a16="http://schemas.microsoft.com/office/drawing/2014/main" val="3423879459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5191427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46983421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32283796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81365584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985124691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3398925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don’t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more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8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know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1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realize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don’t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348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30DE44-B7AE-F8EA-DD91-61B7683ED62E}"/>
                  </a:ext>
                </a:extLst>
              </p:cNvPr>
              <p:cNvSpPr txBox="1"/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30DE44-B7AE-F8EA-DD91-61B7683ED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79AA3E4-7F9F-E326-F10C-9EDB14549881}"/>
              </a:ext>
            </a:extLst>
          </p:cNvPr>
          <p:cNvSpPr/>
          <p:nvPr/>
        </p:nvSpPr>
        <p:spPr>
          <a:xfrm>
            <a:off x="4105595" y="3474509"/>
            <a:ext cx="4166963" cy="3175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5B5EB5-CD80-3A45-3E5E-151121037D4B}"/>
              </a:ext>
            </a:extLst>
          </p:cNvPr>
          <p:cNvSpPr txBox="1"/>
          <p:nvPr/>
        </p:nvSpPr>
        <p:spPr>
          <a:xfrm>
            <a:off x="1113553" y="5889812"/>
            <a:ext cx="971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more you know the more you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B47600-1EE0-8A03-C492-7A77A2C48344}"/>
              </a:ext>
            </a:extLst>
          </p:cNvPr>
          <p:cNvCxnSpPr/>
          <p:nvPr/>
        </p:nvCxnSpPr>
        <p:spPr>
          <a:xfrm>
            <a:off x="2877671" y="3637451"/>
            <a:ext cx="42433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16B375-D613-F12E-7344-389E6D236B93}"/>
                  </a:ext>
                </a:extLst>
              </p:cNvPr>
              <p:cNvSpPr txBox="1"/>
              <p:nvPr/>
            </p:nvSpPr>
            <p:spPr>
              <a:xfrm>
                <a:off x="4457718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16B375-D613-F12E-7344-389E6D236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18" y="6259810"/>
                <a:ext cx="41685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E60F87-1A09-10F4-5876-FAB90F909FEC}"/>
                  </a:ext>
                </a:extLst>
              </p:cNvPr>
              <p:cNvSpPr txBox="1"/>
              <p:nvPr/>
            </p:nvSpPr>
            <p:spPr>
              <a:xfrm>
                <a:off x="5054994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E60F87-1A09-10F4-5876-FAB90F909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994" y="6259810"/>
                <a:ext cx="416859" cy="461665"/>
              </a:xfrm>
              <a:prstGeom prst="rect">
                <a:avLst/>
              </a:prstGeom>
              <a:blipFill>
                <a:blip r:embed="rId4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05E525-4EC9-6E47-CE6E-B3445E040C00}"/>
              </a:ext>
            </a:extLst>
          </p:cNvPr>
          <p:cNvCxnSpPr>
            <a:cxnSpLocks/>
          </p:cNvCxnSpPr>
          <p:nvPr/>
        </p:nvCxnSpPr>
        <p:spPr>
          <a:xfrm>
            <a:off x="5732972" y="2350991"/>
            <a:ext cx="0" cy="374591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198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ACD67-8F3E-6E62-A852-FF457698D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057E-9826-FBA7-5B03-4E6439C7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380"/>
          </a:xfrm>
        </p:spPr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A35E3-BA0A-77E6-1B60-097BBB6C9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56" y="1328513"/>
            <a:ext cx="10515600" cy="92188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 </a:t>
            </a:r>
            <a:r>
              <a:rPr lang="en-GB" sz="2400" dirty="0"/>
              <a:t>“The more you know, the more you realize you don't know” 									              </a:t>
            </a:r>
            <a:r>
              <a:rPr lang="en-GB" sz="2000" dirty="0"/>
              <a:t>Aristotle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1ACD4-30AF-005A-48CC-8F387DA8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26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68C34F-0BE0-B5E5-9165-AA69FDE27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234089"/>
              </p:ext>
            </p:extLst>
          </p:nvPr>
        </p:nvGraphicFramePr>
        <p:xfrm>
          <a:off x="3302001" y="2725582"/>
          <a:ext cx="51180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57">
                  <a:extLst>
                    <a:ext uri="{9D8B030D-6E8A-4147-A177-3AD203B41FA5}">
                      <a16:colId xmlns:a16="http://schemas.microsoft.com/office/drawing/2014/main" val="3423879459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5191427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46983421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32283796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81365584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985124691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3398925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don’t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more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8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know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1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realize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don’t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348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B38CC0-F9C4-E7CC-B820-3B93F172EAF6}"/>
                  </a:ext>
                </a:extLst>
              </p:cNvPr>
              <p:cNvSpPr txBox="1"/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B38CC0-F9C4-E7CC-B820-3B93F172E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695CA32-7E00-251A-98A1-E5D77E4234B5}"/>
              </a:ext>
            </a:extLst>
          </p:cNvPr>
          <p:cNvSpPr/>
          <p:nvPr/>
        </p:nvSpPr>
        <p:spPr>
          <a:xfrm>
            <a:off x="4105595" y="3871196"/>
            <a:ext cx="4166963" cy="3175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A8D993-45D3-F126-81A5-6EF00986082B}"/>
              </a:ext>
            </a:extLst>
          </p:cNvPr>
          <p:cNvSpPr txBox="1"/>
          <p:nvPr/>
        </p:nvSpPr>
        <p:spPr>
          <a:xfrm>
            <a:off x="1113553" y="5889812"/>
            <a:ext cx="971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more you know the more you realize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010318-9787-CF56-46EB-3971BF0F9718}"/>
              </a:ext>
            </a:extLst>
          </p:cNvPr>
          <p:cNvCxnSpPr/>
          <p:nvPr/>
        </p:nvCxnSpPr>
        <p:spPr>
          <a:xfrm>
            <a:off x="2877671" y="4027419"/>
            <a:ext cx="42433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46B534-F354-3935-4115-3A37870BB624}"/>
                  </a:ext>
                </a:extLst>
              </p:cNvPr>
              <p:cNvSpPr txBox="1"/>
              <p:nvPr/>
            </p:nvSpPr>
            <p:spPr>
              <a:xfrm>
                <a:off x="5089734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46B534-F354-3935-4115-3A37870BB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734" y="6259810"/>
                <a:ext cx="41685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570377-D8B0-9BCC-06B9-50C5FFD5BE45}"/>
                  </a:ext>
                </a:extLst>
              </p:cNvPr>
              <p:cNvSpPr txBox="1"/>
              <p:nvPr/>
            </p:nvSpPr>
            <p:spPr>
              <a:xfrm>
                <a:off x="5687010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570377-D8B0-9BCC-06B9-50C5FFD5B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010" y="6259810"/>
                <a:ext cx="416859" cy="461665"/>
              </a:xfrm>
              <a:prstGeom prst="rect">
                <a:avLst/>
              </a:prstGeom>
              <a:blipFill>
                <a:blip r:embed="rId4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0305DD-62D8-9280-9C95-EDA659DAB3CC}"/>
              </a:ext>
            </a:extLst>
          </p:cNvPr>
          <p:cNvCxnSpPr>
            <a:cxnSpLocks/>
          </p:cNvCxnSpPr>
          <p:nvPr/>
        </p:nvCxnSpPr>
        <p:spPr>
          <a:xfrm>
            <a:off x="7326446" y="2350991"/>
            <a:ext cx="0" cy="374591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877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A1DAB-0344-C368-7DCC-C9160C0B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630D-4EC9-D16C-EA45-A2A53474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380"/>
          </a:xfrm>
        </p:spPr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5BBD6-30E6-C1D4-A631-915F91840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56" y="1328513"/>
            <a:ext cx="10515600" cy="92188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 </a:t>
            </a:r>
            <a:r>
              <a:rPr lang="en-GB" sz="2400" dirty="0"/>
              <a:t>“The more you know, the more you realize you don't know” 									              </a:t>
            </a:r>
            <a:r>
              <a:rPr lang="en-GB" sz="2000" dirty="0"/>
              <a:t>Aristotle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F0D39-9304-E6D4-FE88-A7DAE0B7A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27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846802-C4EC-D073-8DB3-6E7E4D8C3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722229"/>
              </p:ext>
            </p:extLst>
          </p:nvPr>
        </p:nvGraphicFramePr>
        <p:xfrm>
          <a:off x="3302001" y="2725582"/>
          <a:ext cx="51180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57">
                  <a:extLst>
                    <a:ext uri="{9D8B030D-6E8A-4147-A177-3AD203B41FA5}">
                      <a16:colId xmlns:a16="http://schemas.microsoft.com/office/drawing/2014/main" val="3423879459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5191427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46983421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32283796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81365584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985124691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3398925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don’t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more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8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know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1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realize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don’t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348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C9305B-B113-590F-4619-06E28CF3EAD5}"/>
                  </a:ext>
                </a:extLst>
              </p:cNvPr>
              <p:cNvSpPr txBox="1"/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C9305B-B113-590F-4619-06E28CF3E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CBAA872-83A8-5043-A820-A8CB2A6B63B9}"/>
              </a:ext>
            </a:extLst>
          </p:cNvPr>
          <p:cNvSpPr/>
          <p:nvPr/>
        </p:nvSpPr>
        <p:spPr>
          <a:xfrm>
            <a:off x="4105595" y="4583896"/>
            <a:ext cx="4166963" cy="3175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4DB97-38C7-0D79-402F-DAC3FB7789CC}"/>
              </a:ext>
            </a:extLst>
          </p:cNvPr>
          <p:cNvSpPr txBox="1"/>
          <p:nvPr/>
        </p:nvSpPr>
        <p:spPr>
          <a:xfrm>
            <a:off x="1113553" y="5889812"/>
            <a:ext cx="971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more you know the more you realize you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74779F-7A15-6680-8C19-A8BB4DBBDF61}"/>
              </a:ext>
            </a:extLst>
          </p:cNvPr>
          <p:cNvCxnSpPr/>
          <p:nvPr/>
        </p:nvCxnSpPr>
        <p:spPr>
          <a:xfrm>
            <a:off x="2877671" y="4733399"/>
            <a:ext cx="42433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167AD58-C5D3-C5D2-C582-D6DA458B10A5}"/>
                  </a:ext>
                </a:extLst>
              </p:cNvPr>
              <p:cNvSpPr txBox="1"/>
              <p:nvPr/>
            </p:nvSpPr>
            <p:spPr>
              <a:xfrm>
                <a:off x="5802434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167AD58-C5D3-C5D2-C582-D6DA458B1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434" y="6259810"/>
                <a:ext cx="41685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96A391-6A2E-8419-FD80-F15A9796DBC2}"/>
                  </a:ext>
                </a:extLst>
              </p:cNvPr>
              <p:cNvSpPr txBox="1"/>
              <p:nvPr/>
            </p:nvSpPr>
            <p:spPr>
              <a:xfrm>
                <a:off x="6399710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96A391-6A2E-8419-FD80-F15A9796D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710" y="6259810"/>
                <a:ext cx="416859" cy="461665"/>
              </a:xfrm>
              <a:prstGeom prst="rect">
                <a:avLst/>
              </a:prstGeom>
              <a:blipFill>
                <a:blip r:embed="rId4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97F275-0BEE-BA03-D893-A833A2D0E779}"/>
              </a:ext>
            </a:extLst>
          </p:cNvPr>
          <p:cNvCxnSpPr>
            <a:cxnSpLocks/>
          </p:cNvCxnSpPr>
          <p:nvPr/>
        </p:nvCxnSpPr>
        <p:spPr>
          <a:xfrm>
            <a:off x="5732964" y="2350991"/>
            <a:ext cx="0" cy="374591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326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F834C-B31C-2AD0-2AEE-34B6B9C5B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8C87-F2B1-FEBE-5B07-1C9C6A20F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380"/>
          </a:xfrm>
        </p:spPr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4DCF8-13D4-54B7-BF21-8AEE91CED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56" y="1328513"/>
            <a:ext cx="10515600" cy="92188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 </a:t>
            </a:r>
            <a:r>
              <a:rPr lang="en-GB" sz="2400" dirty="0"/>
              <a:t>“The more you know, the more you realize you don't know” 									              </a:t>
            </a:r>
            <a:r>
              <a:rPr lang="en-GB" sz="2000" dirty="0"/>
              <a:t>Aristotle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BA067-05DD-0B38-02AD-A578112C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28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A0952F-FBC4-82A8-3620-C68C15E7E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566866"/>
              </p:ext>
            </p:extLst>
          </p:nvPr>
        </p:nvGraphicFramePr>
        <p:xfrm>
          <a:off x="3302001" y="2725582"/>
          <a:ext cx="51180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57">
                  <a:extLst>
                    <a:ext uri="{9D8B030D-6E8A-4147-A177-3AD203B41FA5}">
                      <a16:colId xmlns:a16="http://schemas.microsoft.com/office/drawing/2014/main" val="3423879459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5191427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46983421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32283796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81365584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985124691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3398925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don’t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more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8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know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1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realize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don’t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348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21ED62-5938-53F6-A21F-A0C0E5A49380}"/>
                  </a:ext>
                </a:extLst>
              </p:cNvPr>
              <p:cNvSpPr txBox="1"/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21ED62-5938-53F6-A21F-A0C0E5A49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05AEFDF-A52E-187B-EE77-2E7297CA8464}"/>
              </a:ext>
            </a:extLst>
          </p:cNvPr>
          <p:cNvSpPr/>
          <p:nvPr/>
        </p:nvSpPr>
        <p:spPr>
          <a:xfrm>
            <a:off x="4105595" y="3851024"/>
            <a:ext cx="4166963" cy="3175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6BFFDC-5163-1D62-DA22-F97A379AD65D}"/>
              </a:ext>
            </a:extLst>
          </p:cNvPr>
          <p:cNvSpPr txBox="1"/>
          <p:nvPr/>
        </p:nvSpPr>
        <p:spPr>
          <a:xfrm>
            <a:off x="1113553" y="5889812"/>
            <a:ext cx="971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more you know the more you realize you don’t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690967-7E86-FD4B-30D9-8E48FB6D4F5C}"/>
              </a:ext>
            </a:extLst>
          </p:cNvPr>
          <p:cNvCxnSpPr/>
          <p:nvPr/>
        </p:nvCxnSpPr>
        <p:spPr>
          <a:xfrm>
            <a:off x="2877671" y="4000531"/>
            <a:ext cx="42433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F93969-1FDB-0CDB-12C7-CD8460C10AF8}"/>
                  </a:ext>
                </a:extLst>
              </p:cNvPr>
              <p:cNvSpPr txBox="1"/>
              <p:nvPr/>
            </p:nvSpPr>
            <p:spPr>
              <a:xfrm>
                <a:off x="6528565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F93969-1FDB-0CDB-12C7-CD8460C10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565" y="6259810"/>
                <a:ext cx="41685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5AFFE4-99AF-3F1D-371C-9239D0C2F7FB}"/>
                  </a:ext>
                </a:extLst>
              </p:cNvPr>
              <p:cNvSpPr txBox="1"/>
              <p:nvPr/>
            </p:nvSpPr>
            <p:spPr>
              <a:xfrm>
                <a:off x="7125841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5AFFE4-99AF-3F1D-371C-9239D0C2F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841" y="6259810"/>
                <a:ext cx="416859" cy="461665"/>
              </a:xfrm>
              <a:prstGeom prst="rect">
                <a:avLst/>
              </a:prstGeom>
              <a:blipFill>
                <a:blip r:embed="rId4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CAD887-3872-4073-FDA4-8E13012B559E}"/>
              </a:ext>
            </a:extLst>
          </p:cNvPr>
          <p:cNvCxnSpPr>
            <a:cxnSpLocks/>
          </p:cNvCxnSpPr>
          <p:nvPr/>
        </p:nvCxnSpPr>
        <p:spPr>
          <a:xfrm>
            <a:off x="7965166" y="2350991"/>
            <a:ext cx="0" cy="374591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384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A9EF2-B608-3950-B18E-2DDE0A87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2782-AA2C-4974-9E31-E525D7853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380"/>
          </a:xfrm>
        </p:spPr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C117-B943-CDF7-A1E6-820773930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56" y="1328513"/>
            <a:ext cx="10515600" cy="92188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Example:  </a:t>
            </a:r>
            <a:r>
              <a:rPr lang="en-GB" sz="2400" dirty="0"/>
              <a:t>“The more you know, the more you realize you don't know” 									              </a:t>
            </a:r>
            <a:r>
              <a:rPr lang="en-GB" sz="2000" dirty="0"/>
              <a:t>Aristotle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35EA9-B771-29F7-818B-C930DBB72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29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03A9AA-CA89-67C4-37C0-73990B3EE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98671"/>
              </p:ext>
            </p:extLst>
          </p:nvPr>
        </p:nvGraphicFramePr>
        <p:xfrm>
          <a:off x="3302001" y="2725582"/>
          <a:ext cx="51180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157">
                  <a:extLst>
                    <a:ext uri="{9D8B030D-6E8A-4147-A177-3AD203B41FA5}">
                      <a16:colId xmlns:a16="http://schemas.microsoft.com/office/drawing/2014/main" val="3423879459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5191427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46983421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1322837963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813655842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2985124691"/>
                    </a:ext>
                  </a:extLst>
                </a:gridCol>
                <a:gridCol w="731157">
                  <a:extLst>
                    <a:ext uri="{9D8B030D-6E8A-4147-A177-3AD203B41FA5}">
                      <a16:colId xmlns:a16="http://schemas.microsoft.com/office/drawing/2014/main" val="3398925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don’t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more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89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8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know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1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realize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don’t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348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5B9D02-03B1-75AB-B690-B073A6ABC347}"/>
                  </a:ext>
                </a:extLst>
              </p:cNvPr>
              <p:cNvSpPr txBox="1"/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5B9D02-03B1-75AB-B690-B073A6ABC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53" y="3793674"/>
                <a:ext cx="864019" cy="4655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896DF42-2AE3-FA4E-F8E7-2A23F401894C}"/>
              </a:ext>
            </a:extLst>
          </p:cNvPr>
          <p:cNvSpPr/>
          <p:nvPr/>
        </p:nvSpPr>
        <p:spPr>
          <a:xfrm>
            <a:off x="4105595" y="4960405"/>
            <a:ext cx="4166963" cy="3175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86D672-0665-0052-018E-37B8A2EDA819}"/>
              </a:ext>
            </a:extLst>
          </p:cNvPr>
          <p:cNvSpPr txBox="1"/>
          <p:nvPr/>
        </p:nvSpPr>
        <p:spPr>
          <a:xfrm>
            <a:off x="1113553" y="5889812"/>
            <a:ext cx="971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more you know the more you realize you don’t know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D3C218-BC33-260D-99AF-5B02099A542D}"/>
              </a:ext>
            </a:extLst>
          </p:cNvPr>
          <p:cNvCxnSpPr/>
          <p:nvPr/>
        </p:nvCxnSpPr>
        <p:spPr>
          <a:xfrm>
            <a:off x="2877671" y="5116640"/>
            <a:ext cx="42433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8D39DB-D1B3-4BC0-281E-160885539CE3}"/>
                  </a:ext>
                </a:extLst>
              </p:cNvPr>
              <p:cNvSpPr txBox="1"/>
              <p:nvPr/>
            </p:nvSpPr>
            <p:spPr>
              <a:xfrm>
                <a:off x="7187480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8D39DB-D1B3-4BC0-281E-160885539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480" y="6259810"/>
                <a:ext cx="41685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5005F8-F898-70CD-A46B-7704305ADD14}"/>
                  </a:ext>
                </a:extLst>
              </p:cNvPr>
              <p:cNvSpPr txBox="1"/>
              <p:nvPr/>
            </p:nvSpPr>
            <p:spPr>
              <a:xfrm>
                <a:off x="7784756" y="6259810"/>
                <a:ext cx="4168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5005F8-F898-70CD-A46B-7704305AD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756" y="6259810"/>
                <a:ext cx="416859" cy="461665"/>
              </a:xfrm>
              <a:prstGeom prst="rect">
                <a:avLst/>
              </a:prstGeom>
              <a:blipFill>
                <a:blip r:embed="rId5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0C65E5-F861-AAF7-580C-AE23EE7EA39B}"/>
              </a:ext>
            </a:extLst>
          </p:cNvPr>
          <p:cNvCxnSpPr>
            <a:cxnSpLocks/>
          </p:cNvCxnSpPr>
          <p:nvPr/>
        </p:nvCxnSpPr>
        <p:spPr>
          <a:xfrm>
            <a:off x="6499439" y="2350991"/>
            <a:ext cx="0" cy="374591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079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A48AF-4AC3-E0D5-B8D0-FDF7FF1C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78176-FBCC-77B8-EDAA-E1F1273D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04EF1-40AC-626D-FBA4-B117AC536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599" y="1690688"/>
            <a:ext cx="11259730" cy="4737006"/>
          </a:xfrm>
        </p:spPr>
        <p:txBody>
          <a:bodyPr>
            <a:normAutofit/>
          </a:bodyPr>
          <a:lstStyle/>
          <a:p>
            <a:r>
              <a:rPr lang="en-GB" dirty="0"/>
              <a:t>Each separate word corresponds to a column in the transition matrix:</a:t>
            </a:r>
          </a:p>
          <a:p>
            <a:pPr marL="0" indent="0">
              <a:buNone/>
            </a:pPr>
            <a:r>
              <a:rPr lang="en-GB" dirty="0"/>
              <a:t>	“know”  = ( 0,0,0,1,0,0)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Small fixed vocabulary </a:t>
            </a:r>
            <a:r>
              <a:rPr lang="en-GB" dirty="0">
                <a:sym typeface="Symbol" panose="05050102010706020507" pitchFamily="18" charset="2"/>
              </a:rPr>
              <a:t> Moving six-dimensional discrete state-space</a:t>
            </a:r>
          </a:p>
          <a:p>
            <a:endParaRPr lang="en-GB" dirty="0">
              <a:sym typeface="Symbol" panose="05050102010706020507" pitchFamily="18" charset="2"/>
            </a:endParaRPr>
          </a:p>
          <a:p>
            <a:r>
              <a:rPr lang="en-GB" dirty="0">
                <a:sym typeface="Symbol" panose="05050102010706020507" pitchFamily="18" charset="2"/>
              </a:rPr>
              <a:t>Model is probabilistic:</a:t>
            </a:r>
          </a:p>
          <a:p>
            <a:pPr marL="457200" lvl="1" indent="0">
              <a:buNone/>
            </a:pPr>
            <a:r>
              <a:rPr lang="en-GB" dirty="0"/>
              <a:t>P(“know” | “you”) = 0.3     ,     P(“realize” | “you”) = 0.3   ,    P(“don’t” | “you”) = 0.3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Could easily have generated,</a:t>
            </a:r>
          </a:p>
          <a:p>
            <a:pPr marL="457200" lvl="1" indent="0">
              <a:buNone/>
            </a:pPr>
            <a:r>
              <a:rPr lang="en-GB" dirty="0"/>
              <a:t>    ‘The more you don’t the more you realize you don’t realize’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48D88-DEFD-65CA-1F49-757B841B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29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26EA-2AD5-C6BE-A197-96DE0EF9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924-0A9E-C3A6-1CBF-629DA53EB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approaches: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1A7DE-B3C5-096A-F6B5-A94B9591E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05" y="1386541"/>
            <a:ext cx="11537396" cy="52106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Problems:</a:t>
            </a:r>
          </a:p>
          <a:p>
            <a:pPr marL="0" indent="0">
              <a:buNone/>
            </a:pPr>
            <a:r>
              <a:rPr lang="en-GB" dirty="0"/>
              <a:t>1. Our vocabulary is large, e.g. 170000 – 700000 words</a:t>
            </a:r>
          </a:p>
          <a:p>
            <a:pPr lvl="1">
              <a:buFont typeface="Symbol" panose="05050102010706020507" pitchFamily="18" charset="2"/>
              <a:buChar char="®"/>
            </a:pPr>
            <a:r>
              <a:rPr lang="en-GB" dirty="0">
                <a:sym typeface="Symbol" panose="05050102010706020507" pitchFamily="18" charset="2"/>
              </a:rPr>
              <a:t>Large transition matrix</a:t>
            </a:r>
          </a:p>
          <a:p>
            <a:pPr lvl="1">
              <a:buFont typeface="Symbol" panose="05050102010706020507" pitchFamily="18" charset="2"/>
              <a:buChar char="®"/>
            </a:pPr>
            <a:endParaRPr lang="en-GB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dirty="0"/>
              <a:t>2a. We only take into account the preceding word</a:t>
            </a:r>
          </a:p>
          <a:p>
            <a:pPr marL="457200" lvl="1" indent="0">
              <a:buNone/>
            </a:pPr>
            <a:r>
              <a:rPr lang="en-GB" dirty="0">
                <a:sym typeface="Symbol" panose="05050102010706020507" pitchFamily="18" charset="2"/>
              </a:rPr>
              <a:t>   “Many adults drink beer”   ,  “Many newborn babies drink beer”</a:t>
            </a:r>
          </a:p>
          <a:p>
            <a:pPr marL="914400" lvl="2" indent="0">
              <a:buNone/>
            </a:pPr>
            <a:r>
              <a:rPr lang="en-GB" sz="2400" dirty="0">
                <a:sym typeface="Symbol" panose="05050102010706020507" pitchFamily="18" charset="2"/>
              </a:rPr>
              <a:t>“beer” has the same probability of occurring after the word “drink” in this model</a:t>
            </a:r>
            <a:endParaRPr lang="en-GB" sz="2400" dirty="0"/>
          </a:p>
          <a:p>
            <a:pPr marL="514350" indent="-514350">
              <a:buFont typeface="+mj-lt"/>
              <a:buAutoNum type="arabicPeriod"/>
            </a:pPr>
            <a:endParaRPr lang="en-GB" sz="2400" dirty="0"/>
          </a:p>
          <a:p>
            <a:pPr marL="0" indent="0">
              <a:buNone/>
            </a:pPr>
            <a:r>
              <a:rPr lang="en-GB" dirty="0">
                <a:sym typeface="Symbol" panose="05050102010706020507" pitchFamily="18" charset="2"/>
              </a:rPr>
              <a:t>2b. Expanding to transitions between pairs of words increases state space</a:t>
            </a:r>
          </a:p>
          <a:p>
            <a:pPr marL="0" indent="0">
              <a:buNone/>
            </a:pPr>
            <a:r>
              <a:rPr lang="en-GB" sz="2400" dirty="0">
                <a:sym typeface="Symbol" panose="05050102010706020507" pitchFamily="18" charset="2"/>
              </a:rPr>
              <a:t>        e.g. (many, adults)  (adults, drink)  (drink, beer)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94160-2F67-C261-738B-431B03B54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05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E5A0D-8DE5-FD0D-FF0B-A9984735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61D3-86AE-235E-CAB4-371DD434D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Word embeddings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C644E-D91F-423D-0527-2BA61680A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Correcting our mistakes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98160-B871-CA27-6F0C-9C258551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0863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855D-2A18-850A-BC91-56830872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593"/>
          </a:xfrm>
        </p:spPr>
        <p:txBody>
          <a:bodyPr/>
          <a:lstStyle/>
          <a:p>
            <a:r>
              <a:rPr lang="en-GB" dirty="0"/>
              <a:t>Word embeddings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0BBBD-4E46-117A-FBDF-F63B8820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33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2F3C0D-F521-185B-0E4B-33EE7EC43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333"/>
            <a:ext cx="10515600" cy="47100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Reduce to a fixed lower dimensionality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FE09C2D-2037-25C2-C2CE-82D5ABCE87CA}"/>
              </a:ext>
            </a:extLst>
          </p:cNvPr>
          <p:cNvGrpSpPr/>
          <p:nvPr/>
        </p:nvGrpSpPr>
        <p:grpSpPr>
          <a:xfrm>
            <a:off x="871081" y="1849901"/>
            <a:ext cx="9364919" cy="4920477"/>
            <a:chOff x="871081" y="1849901"/>
            <a:chExt cx="9364919" cy="4920477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A8053FE-960B-8CF3-09D4-8F17A14B2D29}"/>
                </a:ext>
              </a:extLst>
            </p:cNvPr>
            <p:cNvGrpSpPr/>
            <p:nvPr/>
          </p:nvGrpSpPr>
          <p:grpSpPr>
            <a:xfrm>
              <a:off x="871081" y="1849901"/>
              <a:ext cx="9364919" cy="4920477"/>
              <a:chOff x="871081" y="1849901"/>
              <a:chExt cx="9364919" cy="4920477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03C59267-2AB5-47AC-3278-CBD0211E25AB}"/>
                  </a:ext>
                </a:extLst>
              </p:cNvPr>
              <p:cNvGrpSpPr/>
              <p:nvPr/>
            </p:nvGrpSpPr>
            <p:grpSpPr>
              <a:xfrm>
                <a:off x="7769235" y="6134265"/>
                <a:ext cx="841365" cy="636113"/>
                <a:chOff x="4655885" y="3429000"/>
                <a:chExt cx="2449923" cy="2174358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CC6264C3-666A-0221-B1BA-6A10E73D7A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55885" y="3429000"/>
                  <a:ext cx="0" cy="2174358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10894847-097B-6A6B-A989-728EF9E923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69180" y="5591246"/>
                  <a:ext cx="2436628" cy="0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87D71431-1DB8-A297-B896-68DA5D9B5E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78528" y="4182118"/>
                  <a:ext cx="1873737" cy="1387627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A66A75C-B610-1185-FCBF-AF3D497D4B5F}"/>
                    </a:ext>
                  </a:extLst>
                </p:cNvPr>
                <p:cNvCxnSpPr/>
                <p:nvPr/>
              </p:nvCxnSpPr>
              <p:spPr>
                <a:xfrm>
                  <a:off x="4869318" y="5438717"/>
                  <a:ext cx="246832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0A032F1F-B1F2-5C5A-B05F-D65816E6D0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33830" y="5438717"/>
                  <a:ext cx="182320" cy="14500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E765E9F8-4EAC-0DE5-9560-98ED3C3AF958}"/>
                  </a:ext>
                </a:extLst>
              </p:cNvPr>
              <p:cNvGrpSpPr/>
              <p:nvPr/>
            </p:nvGrpSpPr>
            <p:grpSpPr>
              <a:xfrm>
                <a:off x="871081" y="2462306"/>
                <a:ext cx="3782801" cy="3211916"/>
                <a:chOff x="1558364" y="2462306"/>
                <a:chExt cx="3782801" cy="3211916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B173ECD-6598-A014-9AB9-742745167D3D}"/>
                    </a:ext>
                  </a:extLst>
                </p:cNvPr>
                <p:cNvSpPr txBox="1"/>
                <p:nvPr/>
              </p:nvSpPr>
              <p:spPr>
                <a:xfrm>
                  <a:off x="1558364" y="2996566"/>
                  <a:ext cx="3621741" cy="2677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400" dirty="0"/>
                    <a:t> “the”       = (1,0,0,0,0,0)</a:t>
                  </a:r>
                </a:p>
                <a:p>
                  <a:r>
                    <a:rPr lang="en-GB" sz="2400" dirty="0"/>
                    <a:t>“more”    = (0,1,0,0,0,0)</a:t>
                  </a:r>
                </a:p>
                <a:p>
                  <a:r>
                    <a:rPr lang="en-GB" sz="2400" dirty="0"/>
                    <a:t>“you”       = (0,0,1,0,0,0)</a:t>
                  </a:r>
                </a:p>
                <a:p>
                  <a:r>
                    <a:rPr lang="en-GB" sz="2400" dirty="0"/>
                    <a:t>“know”    = (0,0,0,1,0,0)</a:t>
                  </a:r>
                </a:p>
                <a:p>
                  <a:r>
                    <a:rPr lang="en-GB" sz="2400" dirty="0"/>
                    <a:t>“realize” = (0,0,0,0,1,0)</a:t>
                  </a:r>
                </a:p>
                <a:p>
                  <a:r>
                    <a:rPr lang="en-GB" sz="2400" dirty="0"/>
                    <a:t>“don’t”    = (0,0,0,0,0,1)</a:t>
                  </a:r>
                </a:p>
                <a:p>
                  <a:endParaRPr lang="en-GB" sz="2400" dirty="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2D3FBB8-2813-E020-25A3-223BD9FFE972}"/>
                    </a:ext>
                  </a:extLst>
                </p:cNvPr>
                <p:cNvSpPr txBox="1"/>
                <p:nvPr/>
              </p:nvSpPr>
              <p:spPr>
                <a:xfrm>
                  <a:off x="2223246" y="2462306"/>
                  <a:ext cx="194235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000" dirty="0"/>
                    <a:t>6-dimensional</a:t>
                  </a:r>
                </a:p>
              </p:txBody>
            </p:sp>
            <p:sp>
              <p:nvSpPr>
                <p:cNvPr id="32" name="Right Brace 31">
                  <a:extLst>
                    <a:ext uri="{FF2B5EF4-FFF2-40B4-BE49-F238E27FC236}">
                      <a16:creationId xmlns:a16="http://schemas.microsoft.com/office/drawing/2014/main" id="{7E4A4D94-3C40-AC33-D690-4EA39C8430B7}"/>
                    </a:ext>
                  </a:extLst>
                </p:cNvPr>
                <p:cNvSpPr/>
                <p:nvPr/>
              </p:nvSpPr>
              <p:spPr>
                <a:xfrm>
                  <a:off x="4934765" y="2862416"/>
                  <a:ext cx="406400" cy="2459952"/>
                </a:xfrm>
                <a:prstGeom prst="rightBrace">
                  <a:avLst/>
                </a:prstGeom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6D7ECFBA-C396-6888-A1A0-DDF28720E974}"/>
                  </a:ext>
                </a:extLst>
              </p:cNvPr>
              <p:cNvSpPr/>
              <p:nvPr/>
            </p:nvSpPr>
            <p:spPr>
              <a:xfrm>
                <a:off x="4912960" y="3938491"/>
                <a:ext cx="908424" cy="358589"/>
              </a:xfrm>
              <a:prstGeom prst="rightArrow">
                <a:avLst/>
              </a:prstGeom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7F8758ED-A75D-5777-94FC-3DD5DF3D464F}"/>
                  </a:ext>
                </a:extLst>
              </p:cNvPr>
              <p:cNvGrpSpPr/>
              <p:nvPr/>
            </p:nvGrpSpPr>
            <p:grpSpPr>
              <a:xfrm>
                <a:off x="6096000" y="1849901"/>
                <a:ext cx="4140000" cy="4222491"/>
                <a:chOff x="6096000" y="1849901"/>
                <a:chExt cx="4140000" cy="4222491"/>
              </a:xfrm>
            </p:grpSpPr>
            <p:pic>
              <p:nvPicPr>
                <p:cNvPr id="29" name="Graphic 28" descr="Cube outline">
                  <a:extLst>
                    <a:ext uri="{FF2B5EF4-FFF2-40B4-BE49-F238E27FC236}">
                      <a16:creationId xmlns:a16="http://schemas.microsoft.com/office/drawing/2014/main" id="{B05FB7AC-2349-4AE0-8458-114399797B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8235" t="9646" r="8730" b="10929"/>
                <a:stretch>
                  <a:fillRect/>
                </a:stretch>
              </p:blipFill>
              <p:spPr>
                <a:xfrm>
                  <a:off x="6096000" y="2112392"/>
                  <a:ext cx="4140000" cy="3960000"/>
                </a:xfrm>
                <a:prstGeom prst="rect">
                  <a:avLst/>
                </a:prstGeom>
              </p:spPr>
            </p:pic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0F46094-5F1C-00F2-EF92-1F73ECE0A9D8}"/>
                    </a:ext>
                  </a:extLst>
                </p:cNvPr>
                <p:cNvSpPr txBox="1"/>
                <p:nvPr/>
              </p:nvSpPr>
              <p:spPr>
                <a:xfrm>
                  <a:off x="7271138" y="1849901"/>
                  <a:ext cx="194235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000" dirty="0"/>
                    <a:t>3-dimensional</a:t>
                  </a:r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AADACB95-7AC4-0484-8F77-599744BBCD70}"/>
                    </a:ext>
                  </a:extLst>
                </p:cNvPr>
                <p:cNvGrpSpPr/>
                <p:nvPr/>
              </p:nvGrpSpPr>
              <p:grpSpPr>
                <a:xfrm>
                  <a:off x="6417671" y="2629941"/>
                  <a:ext cx="2947458" cy="2965213"/>
                  <a:chOff x="6417671" y="2629941"/>
                  <a:chExt cx="2947458" cy="2965213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E80105CE-872A-717F-50AA-628627878D35}"/>
                      </a:ext>
                    </a:extLst>
                  </p:cNvPr>
                  <p:cNvGrpSpPr/>
                  <p:nvPr/>
                </p:nvGrpSpPr>
                <p:grpSpPr>
                  <a:xfrm>
                    <a:off x="6417671" y="3008949"/>
                    <a:ext cx="478117" cy="420051"/>
                    <a:chOff x="6417671" y="3008949"/>
                    <a:chExt cx="478117" cy="420051"/>
                  </a:xfrm>
                </p:grpSpPr>
                <p:sp>
                  <p:nvSpPr>
                    <p:cNvPr id="36" name="Oval 35">
                      <a:extLst>
                        <a:ext uri="{FF2B5EF4-FFF2-40B4-BE49-F238E27FC236}">
                          <a16:creationId xmlns:a16="http://schemas.microsoft.com/office/drawing/2014/main" id="{6D348B51-AB1F-3C32-6DB8-E9D1287C55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5365" y="3309471"/>
                      <a:ext cx="113552" cy="119529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B4AAD4CF-0E98-9AA9-37CF-F9F521EFCCF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17671" y="3008949"/>
                      <a:ext cx="47811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600" dirty="0"/>
                        <a:t>the</a:t>
                      </a:r>
                    </a:p>
                  </p:txBody>
                </p:sp>
              </p:grpSp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40869E89-C2D4-08F7-4FAC-A02A2FA93BC1}"/>
                      </a:ext>
                    </a:extLst>
                  </p:cNvPr>
                  <p:cNvGrpSpPr/>
                  <p:nvPr/>
                </p:nvGrpSpPr>
                <p:grpSpPr>
                  <a:xfrm>
                    <a:off x="8697697" y="3597627"/>
                    <a:ext cx="667432" cy="422954"/>
                    <a:chOff x="8697697" y="3597627"/>
                    <a:chExt cx="667432" cy="422954"/>
                  </a:xfrm>
                </p:grpSpPr>
                <p:sp>
                  <p:nvSpPr>
                    <p:cNvPr id="38" name="Oval 37">
                      <a:extLst>
                        <a:ext uri="{FF2B5EF4-FFF2-40B4-BE49-F238E27FC236}">
                          <a16:creationId xmlns:a16="http://schemas.microsoft.com/office/drawing/2014/main" id="{4D6B99A2-60A3-DFBB-C437-CB50C814A2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2882" y="3901052"/>
                      <a:ext cx="113552" cy="119529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DFDAC0C8-01FE-3D89-BF14-DAD70B6DCA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97697" y="3597627"/>
                      <a:ext cx="66743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600" dirty="0"/>
                        <a:t>more</a:t>
                      </a:r>
                    </a:p>
                  </p:txBody>
                </p:sp>
              </p:grpSp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19CCD313-F36C-CA81-E949-FD05974573D1}"/>
                      </a:ext>
                    </a:extLst>
                  </p:cNvPr>
                  <p:cNvGrpSpPr/>
                  <p:nvPr/>
                </p:nvGrpSpPr>
                <p:grpSpPr>
                  <a:xfrm>
                    <a:off x="6968565" y="4238807"/>
                    <a:ext cx="587617" cy="396617"/>
                    <a:chOff x="6968565" y="4238807"/>
                    <a:chExt cx="587617" cy="396617"/>
                  </a:xfrm>
                </p:grpSpPr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A5D2D219-9902-0C74-CFD7-D880B5B728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2091" y="4238807"/>
                      <a:ext cx="113552" cy="119529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72CC6CA9-948A-2CBD-C6E6-2DFD977C5D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68565" y="4296870"/>
                      <a:ext cx="58761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600" dirty="0"/>
                        <a:t>you</a:t>
                      </a:r>
                    </a:p>
                  </p:txBody>
                </p: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B5756BBD-37CD-2A97-0786-413F6586C8F4}"/>
                      </a:ext>
                    </a:extLst>
                  </p:cNvPr>
                  <p:cNvGrpSpPr/>
                  <p:nvPr/>
                </p:nvGrpSpPr>
                <p:grpSpPr>
                  <a:xfrm>
                    <a:off x="7495597" y="2629941"/>
                    <a:ext cx="911840" cy="441857"/>
                    <a:chOff x="7495597" y="2629941"/>
                    <a:chExt cx="911840" cy="441857"/>
                  </a:xfrm>
                </p:grpSpPr>
                <p:sp>
                  <p:nvSpPr>
                    <p:cNvPr id="37" name="Oval 36">
                      <a:extLst>
                        <a:ext uri="{FF2B5EF4-FFF2-40B4-BE49-F238E27FC236}">
                          <a16:creationId xmlns:a16="http://schemas.microsoft.com/office/drawing/2014/main" id="{7580C232-F859-F848-6B88-5654B85088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37965" y="2952269"/>
                      <a:ext cx="113552" cy="119529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5F71AAAD-6414-F05C-A3AC-AC05554B6F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95597" y="2629941"/>
                      <a:ext cx="911840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600" dirty="0"/>
                        <a:t>realize</a:t>
                      </a:r>
                    </a:p>
                  </p:txBody>
                </p:sp>
              </p:grpSp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EC273991-3D64-358C-3642-6186C0989D82}"/>
                      </a:ext>
                    </a:extLst>
                  </p:cNvPr>
                  <p:cNvGrpSpPr/>
                  <p:nvPr/>
                </p:nvGrpSpPr>
                <p:grpSpPr>
                  <a:xfrm>
                    <a:off x="7809359" y="5147233"/>
                    <a:ext cx="733372" cy="447921"/>
                    <a:chOff x="7809359" y="5147233"/>
                    <a:chExt cx="733372" cy="447921"/>
                  </a:xfrm>
                </p:grpSpPr>
                <p:sp>
                  <p:nvSpPr>
                    <p:cNvPr id="41" name="Oval 40">
                      <a:extLst>
                        <a:ext uri="{FF2B5EF4-FFF2-40B4-BE49-F238E27FC236}">
                          <a16:creationId xmlns:a16="http://schemas.microsoft.com/office/drawing/2014/main" id="{62C37D79-028D-1734-D817-FAEDA6CBF3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89151" y="5147233"/>
                      <a:ext cx="113552" cy="119529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9470DC18-9B23-514C-92AF-9FCE62D9DA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09359" y="5256600"/>
                      <a:ext cx="73337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600" dirty="0"/>
                        <a:t>don’t</a:t>
                      </a:r>
                    </a:p>
                  </p:txBody>
                </p:sp>
              </p:grp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C9A93AF2-FE77-0FE7-9565-553DCE4B4A87}"/>
                      </a:ext>
                    </a:extLst>
                  </p:cNvPr>
                  <p:cNvGrpSpPr/>
                  <p:nvPr/>
                </p:nvGrpSpPr>
                <p:grpSpPr>
                  <a:xfrm>
                    <a:off x="8573721" y="4969732"/>
                    <a:ext cx="667433" cy="380704"/>
                    <a:chOff x="8573721" y="4969732"/>
                    <a:chExt cx="667433" cy="380704"/>
                  </a:xfrm>
                </p:grpSpPr>
                <p:sp>
                  <p:nvSpPr>
                    <p:cNvPr id="40" name="Oval 39">
                      <a:extLst>
                        <a:ext uri="{FF2B5EF4-FFF2-40B4-BE49-F238E27FC236}">
                          <a16:creationId xmlns:a16="http://schemas.microsoft.com/office/drawing/2014/main" id="{E84D0978-43F5-33A3-BDD9-D539D1F327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1482" y="5230907"/>
                      <a:ext cx="113552" cy="119529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7F1350ED-C8DE-6605-9DE9-C713C8700C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73721" y="4969732"/>
                      <a:ext cx="66743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600" dirty="0"/>
                        <a:t>know</a:t>
                      </a:r>
                    </a:p>
                  </p:txBody>
                </p:sp>
              </p:grpSp>
            </p:grpSp>
          </p:grp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AAA706F-B7FE-57B7-92A7-6217A1C58678}"/>
                </a:ext>
              </a:extLst>
            </p:cNvPr>
            <p:cNvSpPr txBox="1"/>
            <p:nvPr/>
          </p:nvSpPr>
          <p:spPr>
            <a:xfrm>
              <a:off x="4736059" y="3505294"/>
              <a:ext cx="10518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/>
                <a:t>Map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2080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67891-4BCD-5400-4D13-03495FEE6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0A013-3F48-6F16-CC6F-00A1218B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593"/>
          </a:xfrm>
        </p:spPr>
        <p:txBody>
          <a:bodyPr/>
          <a:lstStyle/>
          <a:p>
            <a:r>
              <a:rPr lang="en-GB" dirty="0"/>
              <a:t>Word embeddings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E44DD-DD79-EA7C-6C07-F88588AFB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34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EFA7F6A-71AE-4530-9AF4-702D7C385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333"/>
            <a:ext cx="10515600" cy="47100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Reduce to a fixed lower dimensionality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5DFEF6-8AC2-D321-7B5D-D5AC395F2F5E}"/>
              </a:ext>
            </a:extLst>
          </p:cNvPr>
          <p:cNvSpPr txBox="1"/>
          <p:nvPr/>
        </p:nvSpPr>
        <p:spPr>
          <a:xfrm>
            <a:off x="6674636" y="1857096"/>
            <a:ext cx="45007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Word2Vec: 300-dimensional</a:t>
            </a:r>
          </a:p>
          <a:p>
            <a:r>
              <a:rPr lang="en-GB" sz="2000" dirty="0"/>
              <a:t>GPT-3 (Davinci): 12288-dimensional</a:t>
            </a:r>
          </a:p>
          <a:p>
            <a:r>
              <a:rPr lang="en-GB" sz="2000" dirty="0" err="1"/>
              <a:t>LlaMA</a:t>
            </a:r>
            <a:r>
              <a:rPr lang="en-GB" sz="2000" dirty="0"/>
              <a:t> 3.1-70B: 8192-dimensional</a:t>
            </a:r>
          </a:p>
          <a:p>
            <a:r>
              <a:rPr lang="en-GB" sz="2000" dirty="0"/>
              <a:t>GPT-4.5: 3072-dimensional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821E376-2F21-66F8-1BF2-BCD86B10EDD2}"/>
              </a:ext>
            </a:extLst>
          </p:cNvPr>
          <p:cNvGrpSpPr/>
          <p:nvPr/>
        </p:nvGrpSpPr>
        <p:grpSpPr>
          <a:xfrm>
            <a:off x="1169904" y="3152998"/>
            <a:ext cx="8916384" cy="3268288"/>
            <a:chOff x="1169904" y="3152998"/>
            <a:chExt cx="8916384" cy="326828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D3D4341-92FE-A176-9743-26EA8F9B7C49}"/>
                </a:ext>
              </a:extLst>
            </p:cNvPr>
            <p:cNvGrpSpPr/>
            <p:nvPr/>
          </p:nvGrpSpPr>
          <p:grpSpPr>
            <a:xfrm>
              <a:off x="1169904" y="3352478"/>
              <a:ext cx="4950303" cy="2459952"/>
              <a:chOff x="1169904" y="3352478"/>
              <a:chExt cx="4950303" cy="2459952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E0BD242-EF4D-BBF8-43F4-F7DD6E817181}"/>
                  </a:ext>
                </a:extLst>
              </p:cNvPr>
              <p:cNvGrpSpPr/>
              <p:nvPr/>
            </p:nvGrpSpPr>
            <p:grpSpPr>
              <a:xfrm>
                <a:off x="1169904" y="3352478"/>
                <a:ext cx="3782801" cy="2459952"/>
                <a:chOff x="1558364" y="2862416"/>
                <a:chExt cx="3782801" cy="2459952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7476FB8-361C-CE77-03BB-733AA7FF5B5D}"/>
                    </a:ext>
                  </a:extLst>
                </p:cNvPr>
                <p:cNvSpPr txBox="1"/>
                <p:nvPr/>
              </p:nvSpPr>
              <p:spPr>
                <a:xfrm>
                  <a:off x="1558364" y="3797681"/>
                  <a:ext cx="3621741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GB" sz="2400" dirty="0"/>
                    <a:t> All of English language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454EBA1-7D5A-A207-D9A0-2F82B7511361}"/>
                    </a:ext>
                  </a:extLst>
                </p:cNvPr>
                <p:cNvSpPr txBox="1"/>
                <p:nvPr/>
              </p:nvSpPr>
              <p:spPr>
                <a:xfrm>
                  <a:off x="1677903" y="3192419"/>
                  <a:ext cx="350220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000" dirty="0"/>
                    <a:t>170000 – 700000 dimensional</a:t>
                  </a:r>
                </a:p>
              </p:txBody>
            </p:sp>
            <p:sp>
              <p:nvSpPr>
                <p:cNvPr id="32" name="Right Brace 31">
                  <a:extLst>
                    <a:ext uri="{FF2B5EF4-FFF2-40B4-BE49-F238E27FC236}">
                      <a16:creationId xmlns:a16="http://schemas.microsoft.com/office/drawing/2014/main" id="{B264AFDF-9498-97AF-13D8-440EF84D96E6}"/>
                    </a:ext>
                  </a:extLst>
                </p:cNvPr>
                <p:cNvSpPr/>
                <p:nvPr/>
              </p:nvSpPr>
              <p:spPr>
                <a:xfrm>
                  <a:off x="4934765" y="2862416"/>
                  <a:ext cx="406400" cy="2459952"/>
                </a:xfrm>
                <a:prstGeom prst="rightBrace">
                  <a:avLst/>
                </a:prstGeom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65D0B7DE-99B8-B091-C03D-068E898F57E0}"/>
                  </a:ext>
                </a:extLst>
              </p:cNvPr>
              <p:cNvSpPr/>
              <p:nvPr/>
            </p:nvSpPr>
            <p:spPr>
              <a:xfrm>
                <a:off x="5211783" y="4428553"/>
                <a:ext cx="908424" cy="358589"/>
              </a:xfrm>
              <a:prstGeom prst="rightArrow">
                <a:avLst/>
              </a:prstGeom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ED489AD-3CAE-224D-9816-8BBA8D030662}"/>
                  </a:ext>
                </a:extLst>
              </p:cNvPr>
              <p:cNvSpPr txBox="1"/>
              <p:nvPr/>
            </p:nvSpPr>
            <p:spPr>
              <a:xfrm>
                <a:off x="5034882" y="3995356"/>
                <a:ext cx="10518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Map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EB71D29-93E3-DE90-3660-88F15827F2DA}"/>
                </a:ext>
              </a:extLst>
            </p:cNvPr>
            <p:cNvGrpSpPr/>
            <p:nvPr/>
          </p:nvGrpSpPr>
          <p:grpSpPr>
            <a:xfrm>
              <a:off x="6669441" y="3152998"/>
              <a:ext cx="3416847" cy="3268288"/>
              <a:chOff x="6669441" y="3152998"/>
              <a:chExt cx="3416847" cy="3268288"/>
            </a:xfrm>
          </p:grpSpPr>
          <p:pic>
            <p:nvPicPr>
              <p:cNvPr id="29" name="Graphic 28" descr="Cube outline">
                <a:extLst>
                  <a:ext uri="{FF2B5EF4-FFF2-40B4-BE49-F238E27FC236}">
                    <a16:creationId xmlns:a16="http://schemas.microsoft.com/office/drawing/2014/main" id="{F5480B8D-9143-1A1A-EA95-EECAC61BA0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8235" t="9646" r="8730" b="10929"/>
              <a:stretch>
                <a:fillRect/>
              </a:stretch>
            </p:blipFill>
            <p:spPr>
              <a:xfrm>
                <a:off x="6669441" y="3152998"/>
                <a:ext cx="3416847" cy="3268288"/>
              </a:xfrm>
              <a:prstGeom prst="rect">
                <a:avLst/>
              </a:prstGeom>
            </p:spPr>
          </p:pic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E949066B-E508-9A09-F530-B1B456AA24BA}"/>
                  </a:ext>
                </a:extLst>
              </p:cNvPr>
              <p:cNvSpPr/>
              <p:nvPr/>
            </p:nvSpPr>
            <p:spPr>
              <a:xfrm>
                <a:off x="7025133" y="399526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7F1FB17-DD9D-3933-4A7F-44B7356661B2}"/>
                  </a:ext>
                </a:extLst>
              </p:cNvPr>
              <p:cNvSpPr/>
              <p:nvPr/>
            </p:nvSpPr>
            <p:spPr>
              <a:xfrm>
                <a:off x="7177533" y="414766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B80EEBB-FAD2-7685-B65E-75A60A60BF80}"/>
                  </a:ext>
                </a:extLst>
              </p:cNvPr>
              <p:cNvSpPr/>
              <p:nvPr/>
            </p:nvSpPr>
            <p:spPr>
              <a:xfrm>
                <a:off x="7085750" y="4492296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92B4D7B-2E69-F894-522E-783645D31293}"/>
                  </a:ext>
                </a:extLst>
              </p:cNvPr>
              <p:cNvSpPr/>
              <p:nvPr/>
            </p:nvSpPr>
            <p:spPr>
              <a:xfrm>
                <a:off x="7329933" y="4632574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E91CDDD-6259-8B55-2D13-94CDCB1A6D75}"/>
                  </a:ext>
                </a:extLst>
              </p:cNvPr>
              <p:cNvSpPr/>
              <p:nvPr/>
            </p:nvSpPr>
            <p:spPr>
              <a:xfrm>
                <a:off x="7355908" y="430006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17D947C-367B-F299-F46C-9FC9872D9177}"/>
                  </a:ext>
                </a:extLst>
              </p:cNvPr>
              <p:cNvSpPr/>
              <p:nvPr/>
            </p:nvSpPr>
            <p:spPr>
              <a:xfrm>
                <a:off x="7735176" y="4840391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B02D48D-27EB-DCA1-989C-B75FC83E7F12}"/>
                  </a:ext>
                </a:extLst>
              </p:cNvPr>
              <p:cNvSpPr/>
              <p:nvPr/>
            </p:nvSpPr>
            <p:spPr>
              <a:xfrm>
                <a:off x="7168876" y="521446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0546C1B-75A6-5BB4-EF1B-4291CBD5C7A8}"/>
                  </a:ext>
                </a:extLst>
              </p:cNvPr>
              <p:cNvSpPr/>
              <p:nvPr/>
            </p:nvSpPr>
            <p:spPr>
              <a:xfrm>
                <a:off x="7797526" y="430006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AC7C343-F43B-1D90-79A0-F634644CA5B2}"/>
                  </a:ext>
                </a:extLst>
              </p:cNvPr>
              <p:cNvSpPr/>
              <p:nvPr/>
            </p:nvSpPr>
            <p:spPr>
              <a:xfrm>
                <a:off x="7600094" y="511055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D292BFC-BA1C-A160-ED05-53D0EFFDB5CB}"/>
                  </a:ext>
                </a:extLst>
              </p:cNvPr>
              <p:cNvSpPr/>
              <p:nvPr/>
            </p:nvSpPr>
            <p:spPr>
              <a:xfrm>
                <a:off x="7329933" y="552619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5DE87A8-40E7-8D44-DBA1-1D7AACA0BE58}"/>
                  </a:ext>
                </a:extLst>
              </p:cNvPr>
              <p:cNvSpPr/>
              <p:nvPr/>
            </p:nvSpPr>
            <p:spPr>
              <a:xfrm>
                <a:off x="7641655" y="5863905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DAF635-B47F-AFC1-F48E-C46748CBE6B7}"/>
                  </a:ext>
                </a:extLst>
              </p:cNvPr>
              <p:cNvSpPr/>
              <p:nvPr/>
            </p:nvSpPr>
            <p:spPr>
              <a:xfrm>
                <a:off x="7880647" y="5479425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118914A-662C-ADEC-9170-A032E53EF2F7}"/>
                  </a:ext>
                </a:extLst>
              </p:cNvPr>
              <p:cNvSpPr/>
              <p:nvPr/>
            </p:nvSpPr>
            <p:spPr>
              <a:xfrm>
                <a:off x="7329933" y="3712984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F7755BF-5B49-0380-F56C-A140D7ABEB5E}"/>
                  </a:ext>
                </a:extLst>
              </p:cNvPr>
              <p:cNvSpPr/>
              <p:nvPr/>
            </p:nvSpPr>
            <p:spPr>
              <a:xfrm>
                <a:off x="7735176" y="3858456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CB5C338-8707-2575-537D-E14FBC8FB794}"/>
                  </a:ext>
                </a:extLst>
              </p:cNvPr>
              <p:cNvSpPr/>
              <p:nvPr/>
            </p:nvSpPr>
            <p:spPr>
              <a:xfrm>
                <a:off x="8135233" y="3453205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93CC86E-44C6-219D-D244-BCE3282D5A5B}"/>
                  </a:ext>
                </a:extLst>
              </p:cNvPr>
              <p:cNvSpPr/>
              <p:nvPr/>
            </p:nvSpPr>
            <p:spPr>
              <a:xfrm>
                <a:off x="8161210" y="3697395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D7C6036-198A-4F0A-CABB-991A407E9EBA}"/>
                  </a:ext>
                </a:extLst>
              </p:cNvPr>
              <p:cNvSpPr/>
              <p:nvPr/>
            </p:nvSpPr>
            <p:spPr>
              <a:xfrm>
                <a:off x="8400198" y="4019523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5E6C10B-5EC4-7CB6-F0FE-FF4B84DC6A16}"/>
                  </a:ext>
                </a:extLst>
              </p:cNvPr>
              <p:cNvSpPr/>
              <p:nvPr/>
            </p:nvSpPr>
            <p:spPr>
              <a:xfrm>
                <a:off x="8919748" y="386884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48F462D-6C3E-C060-E7D8-9428B8EEF91D}"/>
                  </a:ext>
                </a:extLst>
              </p:cNvPr>
              <p:cNvSpPr/>
              <p:nvPr/>
            </p:nvSpPr>
            <p:spPr>
              <a:xfrm>
                <a:off x="8758684" y="3832484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99E53B2-E49A-129C-9BBF-8BDDC566F1EE}"/>
                  </a:ext>
                </a:extLst>
              </p:cNvPr>
              <p:cNvSpPr/>
              <p:nvPr/>
            </p:nvSpPr>
            <p:spPr>
              <a:xfrm>
                <a:off x="8779472" y="354672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267214D-035D-A2FA-AA23-7F6A07AD7B10}"/>
                  </a:ext>
                </a:extLst>
              </p:cNvPr>
              <p:cNvSpPr/>
              <p:nvPr/>
            </p:nvSpPr>
            <p:spPr>
              <a:xfrm>
                <a:off x="9387343" y="3827289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7E40B06-BBCB-EF5C-C783-91B730FF9E06}"/>
                  </a:ext>
                </a:extLst>
              </p:cNvPr>
              <p:cNvSpPr/>
              <p:nvPr/>
            </p:nvSpPr>
            <p:spPr>
              <a:xfrm>
                <a:off x="8192378" y="4539055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CFD07C6-4C21-CFB8-C027-687F0A50A6FB}"/>
                  </a:ext>
                </a:extLst>
              </p:cNvPr>
              <p:cNvSpPr/>
              <p:nvPr/>
            </p:nvSpPr>
            <p:spPr>
              <a:xfrm>
                <a:off x="8550868" y="4326042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85CE4E0-E41C-30A5-3339-7BAA495F9ECB}"/>
                  </a:ext>
                </a:extLst>
              </p:cNvPr>
              <p:cNvSpPr/>
              <p:nvPr/>
            </p:nvSpPr>
            <p:spPr>
              <a:xfrm>
                <a:off x="8363833" y="483519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69D21F6-37C6-E58B-2356-A1FA27FFE764}"/>
                  </a:ext>
                </a:extLst>
              </p:cNvPr>
              <p:cNvSpPr/>
              <p:nvPr/>
            </p:nvSpPr>
            <p:spPr>
              <a:xfrm>
                <a:off x="8919748" y="430006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4787FBE-DAFA-AF61-BB1A-F1598E3DA1B5}"/>
                  </a:ext>
                </a:extLst>
              </p:cNvPr>
              <p:cNvSpPr/>
              <p:nvPr/>
            </p:nvSpPr>
            <p:spPr>
              <a:xfrm>
                <a:off x="8867793" y="4824806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350CDA4-DF8A-A02E-141D-34B88C50E7E0}"/>
                  </a:ext>
                </a:extLst>
              </p:cNvPr>
              <p:cNvSpPr/>
              <p:nvPr/>
            </p:nvSpPr>
            <p:spPr>
              <a:xfrm>
                <a:off x="8504108" y="5396304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7FCDB68-6BAA-944E-CF17-B2D98DB7513E}"/>
                  </a:ext>
                </a:extLst>
              </p:cNvPr>
              <p:cNvSpPr/>
              <p:nvPr/>
            </p:nvSpPr>
            <p:spPr>
              <a:xfrm>
                <a:off x="9501649" y="4232529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0A331E1-D2E1-762E-1C34-7A1DEDB37ECF}"/>
                  </a:ext>
                </a:extLst>
              </p:cNvPr>
              <p:cNvSpPr/>
              <p:nvPr/>
            </p:nvSpPr>
            <p:spPr>
              <a:xfrm>
                <a:off x="8213158" y="5843123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1B436BB1-40BF-7253-253C-29A556874D7F}"/>
                  </a:ext>
                </a:extLst>
              </p:cNvPr>
              <p:cNvSpPr/>
              <p:nvPr/>
            </p:nvSpPr>
            <p:spPr>
              <a:xfrm>
                <a:off x="9127568" y="4632574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220CF6B-8935-C765-6B30-9684AC6FC41C}"/>
                  </a:ext>
                </a:extLst>
              </p:cNvPr>
              <p:cNvSpPr/>
              <p:nvPr/>
            </p:nvSpPr>
            <p:spPr>
              <a:xfrm>
                <a:off x="9553601" y="4616988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F27BDA3-1BE6-70BD-7421-9CC2080E5D68}"/>
                  </a:ext>
                </a:extLst>
              </p:cNvPr>
              <p:cNvSpPr/>
              <p:nvPr/>
            </p:nvSpPr>
            <p:spPr>
              <a:xfrm>
                <a:off x="9506838" y="542228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59BA365-1DD3-21C0-1EEA-F3695959A57A}"/>
                  </a:ext>
                </a:extLst>
              </p:cNvPr>
              <p:cNvSpPr/>
              <p:nvPr/>
            </p:nvSpPr>
            <p:spPr>
              <a:xfrm>
                <a:off x="9132763" y="5578152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735881B-F404-6140-F78E-19C01F92E6F2}"/>
                  </a:ext>
                </a:extLst>
              </p:cNvPr>
              <p:cNvSpPr/>
              <p:nvPr/>
            </p:nvSpPr>
            <p:spPr>
              <a:xfrm>
                <a:off x="9039241" y="5718422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F24E3A2B-E8CB-D766-D3F2-70394831EACD}"/>
                  </a:ext>
                </a:extLst>
              </p:cNvPr>
              <p:cNvSpPr/>
              <p:nvPr/>
            </p:nvSpPr>
            <p:spPr>
              <a:xfrm>
                <a:off x="8763883" y="5785966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FEEE01BD-7024-E179-4CD6-FA4ABDB3B3A6}"/>
                  </a:ext>
                </a:extLst>
              </p:cNvPr>
              <p:cNvSpPr/>
              <p:nvPr/>
            </p:nvSpPr>
            <p:spPr>
              <a:xfrm>
                <a:off x="9054838" y="5183298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A9A77B4-41D9-44CC-9CA8-F909722621D0}"/>
                  </a:ext>
                </a:extLst>
              </p:cNvPr>
              <p:cNvSpPr/>
              <p:nvPr/>
            </p:nvSpPr>
            <p:spPr>
              <a:xfrm>
                <a:off x="9231478" y="5152130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655B4A9-9F85-D0D8-3AE5-BF80540F040B}"/>
                  </a:ext>
                </a:extLst>
              </p:cNvPr>
              <p:cNvSpPr/>
              <p:nvPr/>
            </p:nvSpPr>
            <p:spPr>
              <a:xfrm>
                <a:off x="9382141" y="5240441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F274B60-EA82-BEAE-8873-8A9D4B98CA65}"/>
                  </a:ext>
                </a:extLst>
              </p:cNvPr>
              <p:cNvSpPr/>
              <p:nvPr/>
            </p:nvSpPr>
            <p:spPr>
              <a:xfrm>
                <a:off x="8452153" y="5630107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6E60BC1-92B4-E7DA-2E8F-3C7C03E42956}"/>
                  </a:ext>
                </a:extLst>
              </p:cNvPr>
              <p:cNvSpPr/>
              <p:nvPr/>
            </p:nvSpPr>
            <p:spPr>
              <a:xfrm>
                <a:off x="8249532" y="5017042"/>
                <a:ext cx="113552" cy="11952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272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0AED1-E510-822F-7480-9FB2BA26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95" y="373314"/>
            <a:ext cx="8485094" cy="662256"/>
          </a:xfrm>
        </p:spPr>
        <p:txBody>
          <a:bodyPr>
            <a:normAutofit fontScale="90000"/>
          </a:bodyPr>
          <a:lstStyle/>
          <a:p>
            <a:r>
              <a:rPr lang="en-GB" dirty="0"/>
              <a:t>Word embeddings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535F417-A0F0-0014-D97D-57D02737F54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91420423"/>
                  </p:ext>
                </p:extLst>
              </p:nvPr>
            </p:nvGraphicFramePr>
            <p:xfrm>
              <a:off x="306295" y="1728841"/>
              <a:ext cx="8909425" cy="472040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272775">
                      <a:extLst>
                        <a:ext uri="{9D8B030D-6E8A-4147-A177-3AD203B41FA5}">
                          <a16:colId xmlns:a16="http://schemas.microsoft.com/office/drawing/2014/main" val="1921037292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2490178104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587330003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4275522847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1584829184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3572158234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1050365378"/>
                        </a:ext>
                      </a:extLst>
                    </a:gridCol>
                  </a:tblGrid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Index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the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cat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sat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on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The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mat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9782730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2.4249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4.7426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-8.1093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-2.0204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2.4249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-7.3271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10938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4.8235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-4.2203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-6.3660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-6.6599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4.8235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8.9358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2460578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1.8411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2.8491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3.6398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2.5621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1.8411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1.0698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6126846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1.1867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-4.4481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3.3358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1.7926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1.1867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1.1881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5851422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1.9167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400" b="0" i="0" kern="1200" baseline="300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-2.6467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1.1537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8.4262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-23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1.9167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5.6133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7508806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3591171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1537807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3.4856×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1.3847×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9.3088×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5.2301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1.8160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87441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535F417-A0F0-0014-D97D-57D02737F54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91420423"/>
                  </p:ext>
                </p:extLst>
              </p:nvPr>
            </p:nvGraphicFramePr>
            <p:xfrm>
              <a:off x="306295" y="1728841"/>
              <a:ext cx="8909425" cy="472040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272775">
                      <a:extLst>
                        <a:ext uri="{9D8B030D-6E8A-4147-A177-3AD203B41FA5}">
                          <a16:colId xmlns:a16="http://schemas.microsoft.com/office/drawing/2014/main" val="1921037292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2490178104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587330003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4275522847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1584829184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3572158234"/>
                        </a:ext>
                      </a:extLst>
                    </a:gridCol>
                    <a:gridCol w="1272775">
                      <a:extLst>
                        <a:ext uri="{9D8B030D-6E8A-4147-A177-3AD203B41FA5}">
                          <a16:colId xmlns:a16="http://schemas.microsoft.com/office/drawing/2014/main" val="1050365378"/>
                        </a:ext>
                      </a:extLst>
                    </a:gridCol>
                  </a:tblGrid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Index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the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cat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sat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on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The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/>
                            <a:t>mat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978273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2.4249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4.7426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-8.1093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-2.0204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2.4249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-7.3271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10938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4.8235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-4.2203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-6.3660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-6.6599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4.8235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8.9358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2460578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1.8411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2.8491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3.6398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2.5621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1.8411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1.0698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6126846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1.1867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-4.4481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3.3358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1.7926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1.1867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1.1881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5851422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1.9167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400" b="0" i="0" kern="1200" baseline="300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-2.6467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1.1537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8.4262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-23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1.9167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5.6133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750880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8" t="-616471" r="-600478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478" t="-616471" r="-500478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478" t="-616471" r="-400478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923" t="-616471" r="-302404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0" t="-616471" r="-200957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000" t="-616471" r="-100957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0000" t="-616471" r="-957" b="-2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35911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8" t="-716471" r="-600478" b="-1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478" t="-716471" r="-500478" b="-1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478" t="-716471" r="-400478" b="-1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923" t="-716471" r="-302404" b="-1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0" t="-716471" r="-200957" b="-1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000" t="-716471" r="-100957" b="-1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0000" t="-716471" r="-957" b="-1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1537807"/>
                      </a:ext>
                    </a:extLst>
                  </a:tr>
                  <a:tr h="517494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3.4856×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1.3847×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9.3088×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5.2301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  <a:endParaRPr lang="en-GB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1.8160 × 10</a:t>
                          </a:r>
                          <a:r>
                            <a:rPr lang="en-GB" sz="1400" b="0" i="0" kern="1200" baseline="30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87441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5AB98-69E3-EC6E-82B9-EDF69272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35</a:t>
            </a:fld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863451-42C3-1ED3-4D1D-8D38B3559903}"/>
              </a:ext>
            </a:extLst>
          </p:cNvPr>
          <p:cNvGrpSpPr/>
          <p:nvPr/>
        </p:nvGrpSpPr>
        <p:grpSpPr>
          <a:xfrm>
            <a:off x="1583768" y="1023058"/>
            <a:ext cx="9950559" cy="5426187"/>
            <a:chOff x="2008094" y="1112725"/>
            <a:chExt cx="9950559" cy="542618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ABA6CB-FE1E-719A-E874-81631BC6A61C}"/>
                </a:ext>
              </a:extLst>
            </p:cNvPr>
            <p:cNvGrpSpPr/>
            <p:nvPr/>
          </p:nvGrpSpPr>
          <p:grpSpPr>
            <a:xfrm>
              <a:off x="9920943" y="2307570"/>
              <a:ext cx="2037710" cy="4231342"/>
              <a:chOff x="10088283" y="2307570"/>
              <a:chExt cx="2037710" cy="4231342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4D7BA1E5-836B-C268-3D97-657582D074CD}"/>
                  </a:ext>
                </a:extLst>
              </p:cNvPr>
              <p:cNvCxnSpPr/>
              <p:nvPr/>
            </p:nvCxnSpPr>
            <p:spPr>
              <a:xfrm>
                <a:off x="10088283" y="2307570"/>
                <a:ext cx="0" cy="4231342"/>
              </a:xfrm>
              <a:prstGeom prst="straightConnector1">
                <a:avLst/>
              </a:prstGeom>
              <a:ln w="41275"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A2069919-3D62-6D11-7FE5-EE3565ECFFF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1807" y="3202893"/>
                    <a:ext cx="1984186" cy="17543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2800" dirty="0"/>
                      <a:t>Embedding vector</a:t>
                    </a:r>
                  </a:p>
                  <a:p>
                    <a:pPr algn="ctr"/>
                    <a:endParaRPr lang="en-GB" sz="2800" dirty="0"/>
                  </a:p>
                  <a:p>
                    <a:pPr algn="ctr"/>
                    <a:r>
                      <a:rPr lang="en-GB" sz="2400" dirty="0"/>
                      <a:t>dimension </a:t>
                    </a:r>
                    <a14:m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A2069919-3D62-6D11-7FE5-EE3565ECFF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1807" y="3202893"/>
                    <a:ext cx="1984186" cy="175432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923" t="-3833" r="-8615" b="-731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09531B8-6417-F6CA-FCCD-44A24DB6F599}"/>
                </a:ext>
              </a:extLst>
            </p:cNvPr>
            <p:cNvGrpSpPr/>
            <p:nvPr/>
          </p:nvGrpSpPr>
          <p:grpSpPr>
            <a:xfrm>
              <a:off x="2008094" y="1112725"/>
              <a:ext cx="7631952" cy="523220"/>
              <a:chOff x="2008094" y="1112725"/>
              <a:chExt cx="7631952" cy="523220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755CFE0B-DB49-AE58-2239-EF1E5FB32E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8094" y="1577788"/>
                <a:ext cx="7631952" cy="0"/>
              </a:xfrm>
              <a:prstGeom prst="straightConnector1">
                <a:avLst/>
              </a:prstGeom>
              <a:ln w="41275"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385B4E-9147-8395-F141-7CECB399C200}"/>
                  </a:ext>
                </a:extLst>
              </p:cNvPr>
              <p:cNvSpPr txBox="1"/>
              <p:nvPr/>
            </p:nvSpPr>
            <p:spPr>
              <a:xfrm>
                <a:off x="3176472" y="1112725"/>
                <a:ext cx="437180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Tokens</a:t>
                </a: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D29C94-0F4E-3BC3-1BBF-554653CE3D43}"/>
              </a:ext>
            </a:extLst>
          </p:cNvPr>
          <p:cNvSpPr txBox="1"/>
          <p:nvPr/>
        </p:nvSpPr>
        <p:spPr>
          <a:xfrm>
            <a:off x="282391" y="6492749"/>
            <a:ext cx="5658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Word2Vec model = “fasttext-wiki-news-subwords-300”</a:t>
            </a:r>
          </a:p>
        </p:txBody>
      </p:sp>
    </p:spTree>
    <p:extLst>
      <p:ext uri="{BB962C8B-B14F-4D97-AF65-F5344CB8AC3E}">
        <p14:creationId xmlns:p14="http://schemas.microsoft.com/office/powerpoint/2010/main" val="16438149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1223E-2958-3119-CA73-EE5212A8B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A426-E33D-FAED-A31F-EFC7DB41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Code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3A834-A53C-0079-D2D6-7761427D5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Working with word embeddings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B6A81-5BE5-0AC6-AA57-CED15BD4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4093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706B-F0DC-2356-9ACB-2583505EE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888"/>
          </a:xfrm>
        </p:spPr>
        <p:txBody>
          <a:bodyPr/>
          <a:lstStyle/>
          <a:p>
            <a:r>
              <a:rPr lang="en-GB" dirty="0"/>
              <a:t>Code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EFC11-566C-CC8F-F93B-9B96D6ED2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819" y="1397358"/>
            <a:ext cx="11571667" cy="4779605"/>
          </a:xfrm>
        </p:spPr>
        <p:txBody>
          <a:bodyPr/>
          <a:lstStyle/>
          <a:p>
            <a:r>
              <a:rPr lang="en-US" dirty="0"/>
              <a:t>Open up the </a:t>
            </a:r>
            <a:r>
              <a:rPr lang="en-US" dirty="0" err="1"/>
              <a:t>Jupyter</a:t>
            </a:r>
            <a:r>
              <a:rPr lang="en-US" dirty="0"/>
              <a:t> notebook ODSCEast2026_CodeExample1.ipynb in the </a:t>
            </a:r>
            <a:r>
              <a:rPr lang="en-US" dirty="0" err="1"/>
              <a:t>github</a:t>
            </a:r>
            <a:r>
              <a:rPr lang="en-US" dirty="0"/>
              <a:t> repository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hlinkClick r:id="rId2"/>
              </a:rPr>
              <a:t>https://github.com/dchoyle/ODSCEast2026_TransformerBootcamp/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63CCE-7331-E8B8-0D18-082D5676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526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94041-BE87-71C3-9FAE-E717ADF4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9B0D-BEDD-D742-01D0-5901D58F5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Transformers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3B4C5-5DAC-528A-CF17-F3A05FAE9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Creating context aware embeddings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1D6D6-7EC0-E0A2-7578-2BC59B2E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616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944F-1B67-A758-1C1B-CA4451359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/>
          <a:lstStyle/>
          <a:p>
            <a:r>
              <a:rPr lang="en-GB" dirty="0"/>
              <a:t>Transforming embeddings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1EEB937-A53C-A90E-56F1-5AB9C7375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8536896"/>
              </p:ext>
            </p:extLst>
          </p:nvPr>
        </p:nvGraphicFramePr>
        <p:xfrm>
          <a:off x="1230085" y="1427055"/>
          <a:ext cx="4231820" cy="1854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46364">
                  <a:extLst>
                    <a:ext uri="{9D8B030D-6E8A-4147-A177-3AD203B41FA5}">
                      <a16:colId xmlns:a16="http://schemas.microsoft.com/office/drawing/2014/main" val="116916505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858692082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1217996601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1242521241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3847871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59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31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967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58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2281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1976A-E8A1-6EE7-5F5B-F46A6DD1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39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B7AA6D-8C2C-BC71-1DA5-EB1AD54A6348}"/>
              </a:ext>
            </a:extLst>
          </p:cNvPr>
          <p:cNvGrpSpPr/>
          <p:nvPr/>
        </p:nvGrpSpPr>
        <p:grpSpPr>
          <a:xfrm>
            <a:off x="5562597" y="1800157"/>
            <a:ext cx="4735293" cy="1107996"/>
            <a:chOff x="4936670" y="2431534"/>
            <a:chExt cx="4735293" cy="110799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9A0165C-E86F-9A92-811C-C85320E3E573}"/>
                </a:ext>
              </a:extLst>
            </p:cNvPr>
            <p:cNvSpPr txBox="1"/>
            <p:nvPr/>
          </p:nvSpPr>
          <p:spPr>
            <a:xfrm>
              <a:off x="5338086" y="2457103"/>
              <a:ext cx="3124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Predict the next word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0215CD70-E1D4-E810-177B-15D2D19ED4FE}"/>
                </a:ext>
              </a:extLst>
            </p:cNvPr>
            <p:cNvSpPr/>
            <p:nvPr/>
          </p:nvSpPr>
          <p:spPr>
            <a:xfrm>
              <a:off x="4936670" y="2917896"/>
              <a:ext cx="3777343" cy="27214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A7A38C-F9A2-9468-59BD-9150AAC3560F}"/>
                </a:ext>
              </a:extLst>
            </p:cNvPr>
            <p:cNvSpPr txBox="1"/>
            <p:nvPr/>
          </p:nvSpPr>
          <p:spPr>
            <a:xfrm>
              <a:off x="8909963" y="2431534"/>
              <a:ext cx="7620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600" dirty="0"/>
                <a:t>?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A329092-53D8-B190-021C-841E164C21A7}"/>
              </a:ext>
            </a:extLst>
          </p:cNvPr>
          <p:cNvSpPr txBox="1"/>
          <p:nvPr/>
        </p:nvSpPr>
        <p:spPr>
          <a:xfrm>
            <a:off x="5739490" y="2517351"/>
            <a:ext cx="3423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Input vector from preceding token into multi-class classifier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85DD05-2C38-2FE9-04F1-F3BCE6DE9E1E}"/>
              </a:ext>
            </a:extLst>
          </p:cNvPr>
          <p:cNvSpPr txBox="1"/>
          <p:nvPr/>
        </p:nvSpPr>
        <p:spPr>
          <a:xfrm>
            <a:off x="372835" y="3608628"/>
            <a:ext cx="115443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Each token knows nothing about the broader context of the preceding words</a:t>
            </a:r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Need new vectors for each token that </a:t>
            </a:r>
            <a:r>
              <a:rPr lang="en-GB" sz="2400" u="sng" dirty="0"/>
              <a:t>take into account the preceding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We will make a Transformer</a:t>
            </a:r>
          </a:p>
          <a:p>
            <a:endParaRPr lang="en-GB" sz="24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For now, create new vectors that </a:t>
            </a:r>
            <a:r>
              <a:rPr lang="en-GB" sz="2400" u="sng" dirty="0"/>
              <a:t>take into account the context of the whole sentence</a:t>
            </a:r>
          </a:p>
        </p:txBody>
      </p:sp>
    </p:spTree>
    <p:extLst>
      <p:ext uri="{BB962C8B-B14F-4D97-AF65-F5344CB8AC3E}">
        <p14:creationId xmlns:p14="http://schemas.microsoft.com/office/powerpoint/2010/main" val="191184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3C5C-8ACD-9B94-2D67-F67F913C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38839-245C-14E4-CEFD-1DFBE234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92"/>
            <a:ext cx="10515600" cy="930275"/>
          </a:xfrm>
        </p:spPr>
        <p:txBody>
          <a:bodyPr/>
          <a:lstStyle/>
          <a:p>
            <a:r>
              <a:rPr lang="en-GB" dirty="0"/>
              <a:t>Attention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C68220E-A2EE-F7D2-EDBD-5E118D11CE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054179"/>
              </p:ext>
            </p:extLst>
          </p:nvPr>
        </p:nvGraphicFramePr>
        <p:xfrm>
          <a:off x="561345" y="1349718"/>
          <a:ext cx="4231820" cy="1854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46364">
                  <a:extLst>
                    <a:ext uri="{9D8B030D-6E8A-4147-A177-3AD203B41FA5}">
                      <a16:colId xmlns:a16="http://schemas.microsoft.com/office/drawing/2014/main" val="116916505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858692082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1217996601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1242521241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3847871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59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31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967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58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2281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FBEF1-E4E6-8ADD-C94F-79215668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40</a:t>
            </a:fld>
            <a:endParaRPr lang="en-GB"/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367B3E14-DE5B-0E7E-9426-8476B5ABFA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4997907"/>
              </p:ext>
            </p:extLst>
          </p:nvPr>
        </p:nvGraphicFramePr>
        <p:xfrm>
          <a:off x="6684598" y="1338830"/>
          <a:ext cx="4231820" cy="1854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46364">
                  <a:extLst>
                    <a:ext uri="{9D8B030D-6E8A-4147-A177-3AD203B41FA5}">
                      <a16:colId xmlns:a16="http://schemas.microsoft.com/office/drawing/2014/main" val="116916505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858692082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1217996601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1242521241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3847871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59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31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967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58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22811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2F10B15-9C9B-B141-BDD3-5C8806BBE54D}"/>
              </a:ext>
            </a:extLst>
          </p:cNvPr>
          <p:cNvSpPr txBox="1"/>
          <p:nvPr/>
        </p:nvSpPr>
        <p:spPr>
          <a:xfrm>
            <a:off x="1393372" y="969498"/>
            <a:ext cx="22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Input embeddings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207BA9-862C-55CB-8F7A-E30806896B75}"/>
              </a:ext>
            </a:extLst>
          </p:cNvPr>
          <p:cNvSpPr txBox="1"/>
          <p:nvPr/>
        </p:nvSpPr>
        <p:spPr>
          <a:xfrm>
            <a:off x="7598272" y="974939"/>
            <a:ext cx="253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Updated embeddings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D8254A3-159C-4A57-9701-8E13C4E0179D}"/>
              </a:ext>
            </a:extLst>
          </p:cNvPr>
          <p:cNvSpPr/>
          <p:nvPr/>
        </p:nvSpPr>
        <p:spPr>
          <a:xfrm>
            <a:off x="5382986" y="2106383"/>
            <a:ext cx="947057" cy="37011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EC2711-CF1C-31D8-9559-6525B0ECAB9F}"/>
                  </a:ext>
                </a:extLst>
              </p:cNvPr>
              <p:cNvSpPr txBox="1"/>
              <p:nvPr/>
            </p:nvSpPr>
            <p:spPr>
              <a:xfrm>
                <a:off x="594003" y="3350876"/>
                <a:ext cx="10736035" cy="3453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New vector for token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= weighted average across all vectors in sentence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bar>
                            </m:e>
                            <m:sub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      ,      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=1  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sz="2000" dirty="0"/>
              </a:p>
              <a:p>
                <a:pPr lvl="1"/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Actually,  let’s take weighted average of vectors that we’ll learn as part of the training process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bar>
                            </m:e>
                            <m:sub>
                              <m:sSup>
                                <m:sSup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e>
                      </m:nary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     , </m:t>
                      </m:r>
                      <m:sSubSup>
                        <m:sSub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bar>
                            <m:bar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ba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bar>
                                <m:bar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  <m:bar>
                            <m:bar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bar>
                            </m:e>
                          </m:ba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EC2711-CF1C-31D8-9559-6525B0ECA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03" y="3350876"/>
                <a:ext cx="10736035" cy="3453510"/>
              </a:xfrm>
              <a:prstGeom prst="rect">
                <a:avLst/>
              </a:prstGeom>
              <a:blipFill>
                <a:blip r:embed="rId3"/>
                <a:stretch>
                  <a:fillRect l="-511" t="-8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58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B3BB0-51CF-5338-D4A3-E6729B81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155F1-BE19-3CAF-1844-9672C6C9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92"/>
            <a:ext cx="10515600" cy="930275"/>
          </a:xfrm>
        </p:spPr>
        <p:txBody>
          <a:bodyPr/>
          <a:lstStyle/>
          <a:p>
            <a:r>
              <a:rPr lang="en-GB" dirty="0"/>
              <a:t>Self-Attention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2EFA8-C2F6-0A4C-9879-0CBADBF54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41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CE96BB-080F-3E5A-E14E-3360604F4D6F}"/>
                  </a:ext>
                </a:extLst>
              </p:cNvPr>
              <p:cNvSpPr txBox="1"/>
              <p:nvPr/>
            </p:nvSpPr>
            <p:spPr>
              <a:xfrm>
                <a:off x="615043" y="1332562"/>
                <a:ext cx="10776857" cy="5444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Where do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GB" sz="2400" dirty="0"/>
                  <a:t> from?</a:t>
                </a:r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en-GB" sz="2400" dirty="0"/>
                  <a:t>Needs to depend upon vectors for tokens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GB" sz="2400" dirty="0"/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en-GB" sz="2400" dirty="0"/>
                  <a:t>Needs to reflect similarity between vectors for tokens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GB" sz="2400" dirty="0"/>
              </a:p>
              <a:p>
                <a:pPr lvl="1"/>
                <a:endParaRPr lang="en-GB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 </m:t>
                    </m:r>
                    <m:sSubSup>
                      <m:sSubSupPr>
                        <m:ctrlP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bar>
                          <m:bar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GB" sz="2800" dirty="0"/>
                  <a:t> </a:t>
                </a:r>
              </a:p>
              <a:p>
                <a:pPr lvl="1"/>
                <a:endParaRPr lang="en-GB" sz="2400" dirty="0"/>
              </a:p>
              <a:p>
                <a:pPr lvl="1"/>
                <a:r>
                  <a:rPr lang="en-GB" sz="2400" dirty="0"/>
                  <a:t>Not a probability !</a:t>
                </a:r>
              </a:p>
              <a:p>
                <a:pPr lvl="1"/>
                <a:endParaRPr lang="en-GB" sz="2400" dirty="0"/>
              </a:p>
              <a:p>
                <a:pPr lvl="1"/>
                <a:endParaRPr lang="en-GB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Not a problem – exponentiate and normalize</a:t>
                </a:r>
              </a:p>
              <a:p>
                <a:pPr lvl="1"/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28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d>
                          <m:d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en-GB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GB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GB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bar>
                              </m:e>
                              <m:sub>
                                <m:sSup>
                                  <m:sSup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</m:e>
                        </m:d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p>
                          </m:sub>
                          <m:sup/>
                          <m:e>
                            <m:r>
                              <m:rPr>
                                <m:nor/>
                              </m:rP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d>
                              <m:d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en-GB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GB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en-GB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GB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ba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GB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GB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  <m:r>
                                          <a:rPr lang="en-GB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r>
                  <a:rPr lang="en-GB" sz="2400" dirty="0"/>
                  <a:t>        just </a:t>
                </a:r>
                <a:r>
                  <a:rPr lang="en-GB" sz="2400" dirty="0" err="1"/>
                  <a:t>softmax</a:t>
                </a:r>
                <a:r>
                  <a:rPr lang="en-GB" sz="2400" dirty="0"/>
                  <a:t> function applied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GB" sz="240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CE96BB-080F-3E5A-E14E-3360604F4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43" y="1332562"/>
                <a:ext cx="10776857" cy="5444439"/>
              </a:xfrm>
              <a:prstGeom prst="rect">
                <a:avLst/>
              </a:prstGeom>
              <a:blipFill>
                <a:blip r:embed="rId3"/>
                <a:stretch>
                  <a:fillRect l="-792" t="-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50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1F28A-1DC8-A7A9-45F8-53419491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D3B3-EDFB-F430-1A50-E45DB4EE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92"/>
            <a:ext cx="10515600" cy="930275"/>
          </a:xfrm>
        </p:spPr>
        <p:txBody>
          <a:bodyPr/>
          <a:lstStyle/>
          <a:p>
            <a:r>
              <a:rPr lang="en-GB" dirty="0"/>
              <a:t>Self-Attention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56753-DF41-E230-3B31-E4569B79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42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8F24AF-AC59-35B9-0C24-915BBF09B4C7}"/>
                  </a:ext>
                </a:extLst>
              </p:cNvPr>
              <p:cNvSpPr txBox="1"/>
              <p:nvPr/>
            </p:nvSpPr>
            <p:spPr>
              <a:xfrm>
                <a:off x="332015" y="1037975"/>
                <a:ext cx="11631386" cy="529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sSup>
                          <m:sSup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GB" sz="2400" dirty="0"/>
                  <a:t> the best vectors to measure similarity between tokens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GB" sz="2400" dirty="0"/>
                  <a:t> 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Ok, let’s allow for a learnable linear transformation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bar>
                        <m:bar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</m:ba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ba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  <a:p>
                <a:pPr lvl="1"/>
                <a:endParaRPr lang="en-GB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Similarity between tokens is now defined as,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ba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bar>
                        </m:e>
                        <m:sub>
                          <m:sSup>
                            <m:sSup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bar>
                            <m:bar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sup>
                      </m:sSubSup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bar>
                            </m:e>
                          </m:ba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sup>
                      </m:sSup>
                      <m:bar>
                        <m:bar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</m:ba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</m:e>
                        <m:sub>
                          <m:sSup>
                            <m:sSup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GB" sz="2400" dirty="0"/>
              </a:p>
              <a:p>
                <a:pPr lvl="1"/>
                <a:endParaRPr lang="en-GB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400" dirty="0"/>
                  <a:t> is mapped to a new vector space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ba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400" dirty="0"/>
                  <a:t> and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ba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400" dirty="0"/>
                  <a:t> to pick out which other token vectors are most similar in this new space</a:t>
                </a:r>
              </a:p>
              <a:p>
                <a:endParaRPr lang="en-GB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ba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400" dirty="0"/>
                  <a:t> is like a </a:t>
                </a:r>
                <a:r>
                  <a:rPr lang="en-GB" sz="2400" b="1" dirty="0"/>
                  <a:t>query</a:t>
                </a:r>
                <a:r>
                  <a:rPr lang="en-GB" sz="2400" dirty="0"/>
                  <a:t> vector which is matched against </a:t>
                </a:r>
                <a:r>
                  <a:rPr lang="en-GB" sz="2400" b="1" dirty="0"/>
                  <a:t>key</a:t>
                </a:r>
                <a:r>
                  <a:rPr lang="en-GB" sz="2400" dirty="0"/>
                  <a:t>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bar>
                      </m:e>
                      <m:sub>
                        <m:sSup>
                          <m:sSup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en-GB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8F24AF-AC59-35B9-0C24-915BBF09B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15" y="1037975"/>
                <a:ext cx="11631386" cy="5295296"/>
              </a:xfrm>
              <a:prstGeom prst="rect">
                <a:avLst/>
              </a:prstGeom>
              <a:blipFill>
                <a:blip r:embed="rId3"/>
                <a:stretch>
                  <a:fillRect l="-681" t="-6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87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91F6-34A9-EC92-D6A3-DC422CFA3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7F82-EBBB-36BA-4CE5-1585EEB9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92"/>
            <a:ext cx="10515600" cy="930275"/>
          </a:xfrm>
        </p:spPr>
        <p:txBody>
          <a:bodyPr/>
          <a:lstStyle/>
          <a:p>
            <a:r>
              <a:rPr lang="en-GB" dirty="0"/>
              <a:t>Self-Attention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C5CB9-00B0-6FA0-C9F0-5B268831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43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5B79E-DCC2-A2E4-314A-8D92EFC2C35B}"/>
              </a:ext>
            </a:extLst>
          </p:cNvPr>
          <p:cNvSpPr txBox="1"/>
          <p:nvPr/>
        </p:nvSpPr>
        <p:spPr>
          <a:xfrm>
            <a:off x="332015" y="1037975"/>
            <a:ext cx="11631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We can add more flexibility to model.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Different linear mappings to create the query vectors and to create the key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A3CCB8-1B36-916E-A064-D6F2522723ED}"/>
                  </a:ext>
                </a:extLst>
              </p:cNvPr>
              <p:cNvSpPr txBox="1"/>
              <p:nvPr/>
            </p:nvSpPr>
            <p:spPr>
              <a:xfrm>
                <a:off x="3274358" y="2197955"/>
                <a:ext cx="3220571" cy="1640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 i="0" smtClean="0">
                          <a:latin typeface="Cambria Math" panose="02040503050406030204" pitchFamily="18" charset="0"/>
                        </a:rPr>
                        <m:t>query</m:t>
                      </m:r>
                      <m:r>
                        <m:rPr>
                          <m:nor/>
                        </m:rPr>
                        <a:rPr lang="en-GB" sz="28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i="0" smtClean="0">
                          <a:latin typeface="Cambria Math" panose="02040503050406030204" pitchFamily="18" charset="0"/>
                        </a:rPr>
                        <m:t>vector</m:t>
                      </m:r>
                      <m:r>
                        <m:rPr>
                          <m:nor/>
                        </m:rPr>
                        <a:rPr lang="en-GB" sz="28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b="1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ctrlPr>
                                    <a:rPr lang="en-GB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bar>
                            </m:e>
                          </m:ba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GB" sz="2800" b="1" dirty="0"/>
              </a:p>
              <a:p>
                <a:endParaRPr lang="en-GB" sz="28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 dirty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GB" sz="2800" b="0" i="0" dirty="0" smtClean="0">
                          <a:latin typeface="Cambria Math" panose="02040503050406030204" pitchFamily="18" charset="0"/>
                        </a:rPr>
                        <m:t>ey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</a:rPr>
                        <m:t>vector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b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ctrlP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bar>
                            </m:e>
                          </m:ba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800" b="1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A3CCB8-1B36-916E-A064-D6F252272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358" y="2197955"/>
                <a:ext cx="3220571" cy="16401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68974-FDFF-4B21-BB55-BEC249CD2A4C}"/>
                  </a:ext>
                </a:extLst>
              </p:cNvPr>
              <p:cNvSpPr txBox="1"/>
              <p:nvPr/>
            </p:nvSpPr>
            <p:spPr>
              <a:xfrm>
                <a:off x="332015" y="4529272"/>
                <a:ext cx="10281556" cy="1766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Similarity now defined as,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query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vector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key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vector</m:t>
                    </m:r>
                  </m:oMath>
                </a14:m>
                <a:endParaRPr lang="en-GB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Similarity between token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GB" sz="2400" dirty="0"/>
                  <a:t> now given by</a:t>
                </a:r>
              </a:p>
              <a:p>
                <a:r>
                  <a:rPr lang="en-GB" dirty="0"/>
                  <a:t>   				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bar>
                          <m:bar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Sup>
                      <m:sSubSup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bar>
                          <m:bar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bar>
                              <m:barPr>
                                <m:ctrlP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bar>
                          </m:e>
                        </m:ba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bar>
                              <m:barPr>
                                <m:ctrlP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bar>
                          </m:e>
                        </m:ba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sSup>
                          <m:sSup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68974-FDFF-4B21-BB55-BEC249CD2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15" y="4529272"/>
                <a:ext cx="10281556" cy="1766574"/>
              </a:xfrm>
              <a:prstGeom prst="rect">
                <a:avLst/>
              </a:prstGeom>
              <a:blipFill>
                <a:blip r:embed="rId4"/>
                <a:stretch>
                  <a:fillRect l="-771" t="-27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B1B02E-0613-25F2-29D0-27639A7856A2}"/>
                  </a:ext>
                </a:extLst>
              </p:cNvPr>
              <p:cNvSpPr txBox="1"/>
              <p:nvPr/>
            </p:nvSpPr>
            <p:spPr>
              <a:xfrm>
                <a:off x="7271040" y="2778658"/>
                <a:ext cx="4029501" cy="478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bar>
                              <m:barPr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bar>
                          </m:e>
                        </m:ba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bar>
                              <m:bar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bar>
                          </m:e>
                        </m:ba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×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400" dirty="0"/>
                  <a:t>       ,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B1B02E-0613-25F2-29D0-27639A785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040" y="2778658"/>
                <a:ext cx="4029501" cy="478785"/>
              </a:xfrm>
              <a:prstGeom prst="rect">
                <a:avLst/>
              </a:prstGeom>
              <a:blipFill>
                <a:blip r:embed="rId5"/>
                <a:stretch>
                  <a:fillRect l="-2723" t="-17949" r="-303" b="-17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05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2A158-9B3C-5A62-366C-2D40AE86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3A46-8D39-1BCB-F408-D961F3DE8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92"/>
            <a:ext cx="10515600" cy="930275"/>
          </a:xfrm>
        </p:spPr>
        <p:txBody>
          <a:bodyPr/>
          <a:lstStyle/>
          <a:p>
            <a:r>
              <a:rPr lang="en-GB" dirty="0"/>
              <a:t>Self-Attention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60E95-5F1B-35CD-79DB-0EC348A2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44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7DCC74-1991-30D7-DE31-DD536A5B462C}"/>
              </a:ext>
            </a:extLst>
          </p:cNvPr>
          <p:cNvSpPr txBox="1"/>
          <p:nvPr/>
        </p:nvSpPr>
        <p:spPr>
          <a:xfrm>
            <a:off x="332015" y="1037975"/>
            <a:ext cx="11631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We can add more flexibility to model.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Different linear mappings to create the query vectors and to create the key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B6438A-8147-5AAB-F029-8743BC516680}"/>
                  </a:ext>
                </a:extLst>
              </p:cNvPr>
              <p:cNvSpPr txBox="1"/>
              <p:nvPr/>
            </p:nvSpPr>
            <p:spPr>
              <a:xfrm>
                <a:off x="3274358" y="2197955"/>
                <a:ext cx="3220571" cy="1640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 i="0" smtClean="0">
                          <a:latin typeface="Cambria Math" panose="02040503050406030204" pitchFamily="18" charset="0"/>
                        </a:rPr>
                        <m:t>query</m:t>
                      </m:r>
                      <m:r>
                        <m:rPr>
                          <m:nor/>
                        </m:rPr>
                        <a:rPr lang="en-GB" sz="28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i="0" smtClean="0">
                          <a:latin typeface="Cambria Math" panose="02040503050406030204" pitchFamily="18" charset="0"/>
                        </a:rPr>
                        <m:t>vector</m:t>
                      </m:r>
                      <m:r>
                        <m:rPr>
                          <m:nor/>
                        </m:rPr>
                        <a:rPr lang="en-GB" sz="28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b="1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ctrlPr>
                                    <a:rPr lang="en-GB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bar>
                            </m:e>
                          </m:ba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GB" sz="2800" b="1" dirty="0"/>
              </a:p>
              <a:p>
                <a:endParaRPr lang="en-GB" sz="28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 dirty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GB" sz="2800" b="0" i="0" dirty="0" smtClean="0">
                          <a:latin typeface="Cambria Math" panose="02040503050406030204" pitchFamily="18" charset="0"/>
                        </a:rPr>
                        <m:t>ey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</a:rPr>
                        <m:t>vector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800" b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ctrlP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bar>
                            </m:e>
                          </m:ba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800" b="1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A3CCB8-1B36-916E-A064-D6F252272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358" y="2197955"/>
                <a:ext cx="3220571" cy="16401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D20240-6C10-5A12-B387-62F38CAE8CC4}"/>
                  </a:ext>
                </a:extLst>
              </p:cNvPr>
              <p:cNvSpPr txBox="1"/>
              <p:nvPr/>
            </p:nvSpPr>
            <p:spPr>
              <a:xfrm>
                <a:off x="332015" y="4529272"/>
                <a:ext cx="10281556" cy="2086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Similarity now defined as,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query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vector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key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vector</m:t>
                    </m:r>
                  </m:oMath>
                </a14:m>
                <a:endParaRPr lang="en-GB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Similarity between token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GB" sz="2400" dirty="0"/>
                  <a:t> now given by</a:t>
                </a:r>
              </a:p>
              <a:p>
                <a:r>
                  <a:rPr lang="en-GB" dirty="0"/>
                  <a:t>   				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bar>
                              <m:barPr>
                                <m:ctrlPr>
                                  <a:rPr lang="en-GB" sz="28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ba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Sup>
                          <m:sSubSup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bar>
                              <m:barPr>
                                <m:ctrlPr>
                                  <a:rPr lang="en-GB" sz="28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bar>
                                  <m:bar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</m:bar>
                              </m:e>
                            </m:ba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ctrlPr>
                                  <a:rPr lang="en-GB" sz="28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bar>
                                  <m:bar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</m:bar>
                              </m:e>
                            </m:ba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ctrlPr>
                                  <a:rPr lang="en-GB" sz="28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bar>
                          </m:e>
                          <m:sub>
                            <m:sSup>
                              <m:sSupPr>
                                <m:ctrlPr>
                                  <a:rPr lang="en-GB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GB" sz="28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GB" sz="2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D20240-6C10-5A12-B387-62F38CAE8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15" y="4529272"/>
                <a:ext cx="10281556" cy="2086661"/>
              </a:xfrm>
              <a:prstGeom prst="rect">
                <a:avLst/>
              </a:prstGeom>
              <a:blipFill>
                <a:blip r:embed="rId4"/>
                <a:stretch>
                  <a:fillRect l="-771" t="-23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88E5B1-2954-924C-C905-3CE5EE2FCBA7}"/>
                  </a:ext>
                </a:extLst>
              </p:cNvPr>
              <p:cNvSpPr txBox="1"/>
              <p:nvPr/>
            </p:nvSpPr>
            <p:spPr>
              <a:xfrm>
                <a:off x="7271040" y="2778658"/>
                <a:ext cx="4029501" cy="478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bar>
                              <m:barPr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bar>
                          </m:e>
                        </m:ba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bar>
                              <m:bar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bar>
                          </m:e>
                        </m:ba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400" dirty="0"/>
                  <a:t>       ,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88E5B1-2954-924C-C905-3CE5EE2FC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040" y="2778658"/>
                <a:ext cx="4029501" cy="478785"/>
              </a:xfrm>
              <a:prstGeom prst="rect">
                <a:avLst/>
              </a:prstGeom>
              <a:blipFill>
                <a:blip r:embed="rId5"/>
                <a:stretch>
                  <a:fillRect l="-2723" t="-17949" b="-17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50074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08EC9-EDD5-8A38-674D-BAC322D3B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089"/>
          </a:xfrm>
        </p:spPr>
        <p:txBody>
          <a:bodyPr/>
          <a:lstStyle/>
          <a:p>
            <a:r>
              <a:rPr lang="en-GB" dirty="0"/>
              <a:t>Self-Attention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F892DC-6ABB-EABC-C3CE-980FDD5D99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9486" y="1324428"/>
                <a:ext cx="11636828" cy="4858658"/>
              </a:xfrm>
            </p:spPr>
            <p:txBody>
              <a:bodyPr/>
              <a:lstStyle/>
              <a:p>
                <a:r>
                  <a:rPr lang="en-GB" dirty="0"/>
                  <a:t>Putting it altogether (almost)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embedding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vector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bar>
                                        <m:bar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bar>
                                        <m:bar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bar>
                                            <m:bar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𝑈</m:t>
                                              </m:r>
                                            </m:e>
                                          </m:ba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bar>
                                            <m:bar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𝑈</m:t>
                                              </m:r>
                                            </m:e>
                                          </m:ba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ba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</m:num>
                            <m:den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p>
                                </m:sub>
                                <m:sup/>
                                <m:e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bar>
                                            <m:bar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ba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⊤</m:t>
                                          </m:r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bar>
                                            <m:bar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bar>
                                                <m:barPr>
                                                  <m:ctrlP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barPr>
                                                <m:e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</m:bar>
                                            </m:e>
                                          </m:ba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  <m:sup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⊤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bar>
                                            <m:bar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bar>
                                                <m:barPr>
                                                  <m:ctrlP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barPr>
                                                <m:e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</m:bar>
                                            </m:e>
                                          </m:ba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bar>
                                            <m:bar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ba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p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:endParaRPr lang="en-GB" dirty="0"/>
              </a:p>
              <a:p>
                <a:r>
                  <a:rPr lang="en-GB" dirty="0"/>
                  <a:t>In English:</a:t>
                </a:r>
              </a:p>
              <a:p>
                <a:pPr marL="457200" lvl="1" indent="0">
                  <a:buNone/>
                </a:pPr>
                <a:r>
                  <a:rPr lang="en-GB" dirty="0"/>
                  <a:t>New embedding vector for token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= weighted average of the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bar>
                      </m:e>
                      <m:sub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en-GB" dirty="0"/>
              </a:p>
              <a:p>
                <a:pPr marL="457200" lvl="1" indent="0">
                  <a:buNone/>
                </a:pPr>
                <a:endParaRPr lang="en-GB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weight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 = </a:t>
                </a:r>
                <a:r>
                  <a:rPr lang="en-GB" dirty="0" err="1"/>
                  <a:t>Softmax</a:t>
                </a:r>
                <a:r>
                  <a:rPr lang="en-GB" dirty="0"/>
                  <a:t>( similarity between query vector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and key vector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GB" dirty="0"/>
                  <a:t>)</a:t>
                </a:r>
              </a:p>
              <a:p>
                <a:pPr marL="457200" lvl="1" indent="0">
                  <a:buNone/>
                </a:pPr>
                <a:endParaRPr lang="en-GB" dirty="0"/>
              </a:p>
              <a:p>
                <a:pPr marL="457200" lvl="1" indent="0">
                  <a:buNone/>
                </a:pPr>
                <a:r>
                  <a:rPr lang="en-GB" dirty="0"/>
                  <a:t>We learn the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ba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and the projection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bar>
                              <m:bar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bar>
                          </m:e>
                        </m:ba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GB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bar>
                              <m:bar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bar>
                          </m:e>
                        </m:ba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 through training </a:t>
                </a:r>
              </a:p>
              <a:p>
                <a:pPr lvl="2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F892DC-6ABB-EABC-C3CE-980FDD5D99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9486" y="1324428"/>
                <a:ext cx="11636828" cy="4858658"/>
              </a:xfrm>
              <a:blipFill>
                <a:blip r:embed="rId3"/>
                <a:stretch>
                  <a:fillRect l="-943" t="-21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8BB49-C0B4-B609-57DA-17849B1A2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98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EA9C4-EF40-75C4-1637-AAE809205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60F1-FEF6-6EEB-9151-2EB9B74F3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089"/>
          </a:xfrm>
        </p:spPr>
        <p:txBody>
          <a:bodyPr/>
          <a:lstStyle/>
          <a:p>
            <a:r>
              <a:rPr lang="en-GB" dirty="0"/>
              <a:t>Attention: Masking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42FB69-CDDF-033F-CBB9-2D85C9EFF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7586" y="1213783"/>
                <a:ext cx="11636828" cy="1699666"/>
              </a:xfrm>
            </p:spPr>
            <p:txBody>
              <a:bodyPr/>
              <a:lstStyle/>
              <a:p>
                <a:pPr lvl="1"/>
                <a:r>
                  <a:rPr lang="en-GB" dirty="0"/>
                  <a:t>When we are building a model to predict the next word we only want to take into account the preceding context</a:t>
                </a:r>
              </a:p>
              <a:p>
                <a:pPr marL="457200" lvl="1" indent="0">
                  <a:buNone/>
                </a:pPr>
                <a:endParaRPr lang="en-GB" dirty="0"/>
              </a:p>
              <a:p>
                <a:pPr lvl="1"/>
                <a:r>
                  <a:rPr lang="en-GB" dirty="0"/>
                  <a:t>We 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42FB69-CDDF-033F-CBB9-2D85C9EFF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7586" y="1213783"/>
                <a:ext cx="11636828" cy="1699666"/>
              </a:xfrm>
              <a:blipFill>
                <a:blip r:embed="rId3"/>
                <a:stretch>
                  <a:fillRect t="-46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F6DDE-E0A0-CB40-4876-AAF7C69B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46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7604C7-E8C1-CF66-8A10-EDFFBE1F3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421959"/>
              </p:ext>
            </p:extLst>
          </p:nvPr>
        </p:nvGraphicFramePr>
        <p:xfrm>
          <a:off x="5332506" y="2388075"/>
          <a:ext cx="464969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949">
                  <a:extLst>
                    <a:ext uri="{9D8B030D-6E8A-4147-A177-3AD203B41FA5}">
                      <a16:colId xmlns:a16="http://schemas.microsoft.com/office/drawing/2014/main" val="249844106"/>
                    </a:ext>
                  </a:extLst>
                </a:gridCol>
                <a:gridCol w="774949">
                  <a:extLst>
                    <a:ext uri="{9D8B030D-6E8A-4147-A177-3AD203B41FA5}">
                      <a16:colId xmlns:a16="http://schemas.microsoft.com/office/drawing/2014/main" val="362794382"/>
                    </a:ext>
                  </a:extLst>
                </a:gridCol>
                <a:gridCol w="774949">
                  <a:extLst>
                    <a:ext uri="{9D8B030D-6E8A-4147-A177-3AD203B41FA5}">
                      <a16:colId xmlns:a16="http://schemas.microsoft.com/office/drawing/2014/main" val="803417319"/>
                    </a:ext>
                  </a:extLst>
                </a:gridCol>
                <a:gridCol w="774949">
                  <a:extLst>
                    <a:ext uri="{9D8B030D-6E8A-4147-A177-3AD203B41FA5}">
                      <a16:colId xmlns:a16="http://schemas.microsoft.com/office/drawing/2014/main" val="4140024328"/>
                    </a:ext>
                  </a:extLst>
                </a:gridCol>
                <a:gridCol w="774949">
                  <a:extLst>
                    <a:ext uri="{9D8B030D-6E8A-4147-A177-3AD203B41FA5}">
                      <a16:colId xmlns:a16="http://schemas.microsoft.com/office/drawing/2014/main" val="3943156411"/>
                    </a:ext>
                  </a:extLst>
                </a:gridCol>
                <a:gridCol w="774949">
                  <a:extLst>
                    <a:ext uri="{9D8B030D-6E8A-4147-A177-3AD203B41FA5}">
                      <a16:colId xmlns:a16="http://schemas.microsoft.com/office/drawing/2014/main" val="927123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08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cat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51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sat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49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on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702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the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915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F650DD-4E52-D01D-C79D-E18ABAD12073}"/>
                  </a:ext>
                </a:extLst>
              </p:cNvPr>
              <p:cNvSpPr txBox="1"/>
              <p:nvPr/>
            </p:nvSpPr>
            <p:spPr>
              <a:xfrm>
                <a:off x="729127" y="5235399"/>
                <a:ext cx="1087717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We can easily achieve this by putting correspond ‘similarity’ values equal to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/>
                  <a:t> before applying </a:t>
                </a:r>
                <a:r>
                  <a:rPr lang="en-GB" sz="2400" dirty="0" err="1"/>
                  <a:t>softmax</a:t>
                </a:r>
                <a:r>
                  <a:rPr lang="en-GB" sz="2400" dirty="0"/>
                  <a:t> operation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F650DD-4E52-D01D-C79D-E18ABAD12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27" y="5235399"/>
                <a:ext cx="10877177" cy="830997"/>
              </a:xfrm>
              <a:prstGeom prst="rect">
                <a:avLst/>
              </a:prstGeom>
              <a:blipFill>
                <a:blip r:embed="rId4"/>
                <a:stretch>
                  <a:fillRect l="-785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72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F73C2-4F28-E4E9-14D2-44F7A0DB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81085-85A5-BE54-AC34-411AF0C3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55871" cy="805089"/>
          </a:xfrm>
        </p:spPr>
        <p:txBody>
          <a:bodyPr>
            <a:normAutofit/>
          </a:bodyPr>
          <a:lstStyle/>
          <a:p>
            <a:r>
              <a:rPr lang="en-GB" dirty="0"/>
              <a:t>Attention Head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C48210D-E889-D7A3-FC87-A95CD1D043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8051543"/>
              </p:ext>
            </p:extLst>
          </p:nvPr>
        </p:nvGraphicFramePr>
        <p:xfrm>
          <a:off x="2722228" y="1794942"/>
          <a:ext cx="383046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046">
                  <a:extLst>
                    <a:ext uri="{9D8B030D-6E8A-4147-A177-3AD203B41FA5}">
                      <a16:colId xmlns:a16="http://schemas.microsoft.com/office/drawing/2014/main" val="2505470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4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41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825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9436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1FC40-4CBC-0E91-D2CC-DB2B0A57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47</a:t>
            </a:fld>
            <a:endParaRPr lang="en-GB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B3C53E3-266C-F5F6-74AF-B3C6569E3B22}"/>
              </a:ext>
            </a:extLst>
          </p:cNvPr>
          <p:cNvSpPr/>
          <p:nvPr/>
        </p:nvSpPr>
        <p:spPr>
          <a:xfrm>
            <a:off x="3511223" y="2400957"/>
            <a:ext cx="947057" cy="37011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C83738B3-BD30-4481-CAE0-DD99F3FB2C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5753182"/>
              </p:ext>
            </p:extLst>
          </p:nvPr>
        </p:nvGraphicFramePr>
        <p:xfrm>
          <a:off x="8416251" y="1781643"/>
          <a:ext cx="383046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046">
                  <a:extLst>
                    <a:ext uri="{9D8B030D-6E8A-4147-A177-3AD203B41FA5}">
                      <a16:colId xmlns:a16="http://schemas.microsoft.com/office/drawing/2014/main" val="2505470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4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41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825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943698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6CA008-12D3-9A98-7F77-D14EFC18479D}"/>
              </a:ext>
            </a:extLst>
          </p:cNvPr>
          <p:cNvSpPr/>
          <p:nvPr/>
        </p:nvSpPr>
        <p:spPr>
          <a:xfrm>
            <a:off x="4651776" y="1960049"/>
            <a:ext cx="2166330" cy="12519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Attention Head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8436275-19F9-FF22-92E7-4732294D5998}"/>
              </a:ext>
            </a:extLst>
          </p:cNvPr>
          <p:cNvSpPr/>
          <p:nvPr/>
        </p:nvSpPr>
        <p:spPr>
          <a:xfrm>
            <a:off x="7075741" y="2387658"/>
            <a:ext cx="947057" cy="37011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BD9DC9-5DB7-9BF6-6687-D41DB6364114}"/>
                  </a:ext>
                </a:extLst>
              </p:cNvPr>
              <p:cNvSpPr txBox="1"/>
              <p:nvPr/>
            </p:nvSpPr>
            <p:spPr>
              <a:xfrm>
                <a:off x="531628" y="4001814"/>
                <a:ext cx="11310003" cy="2274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We can wrap all the mathematics of self-attention into an operation we will call an Attention Head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An attention head maps an embedding vector to an updated embedding vector taking into account what the surrounding words (tokens) are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Problem:  We use the same attention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GB" sz="2000" dirty="0"/>
                  <a:t> for each dimension of the embedding space</a:t>
                </a:r>
              </a:p>
              <a:p>
                <a:pPr lvl="3"/>
                <a:r>
                  <a:rPr lang="en-GB" sz="2000" dirty="0"/>
                  <a:t>We can’t two tokens similar in one dimension and very dis-similar in another dimension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BD9DC9-5DB7-9BF6-6687-D41DB6364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28" y="4001814"/>
                <a:ext cx="11310003" cy="2274020"/>
              </a:xfrm>
              <a:prstGeom prst="rect">
                <a:avLst/>
              </a:prstGeom>
              <a:blipFill>
                <a:blip r:embed="rId3"/>
                <a:stretch>
                  <a:fillRect l="-485" t="-1337" b="-37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8107126-1296-16EA-BF63-6C82A586FDD4}"/>
              </a:ext>
            </a:extLst>
          </p:cNvPr>
          <p:cNvSpPr txBox="1"/>
          <p:nvPr/>
        </p:nvSpPr>
        <p:spPr>
          <a:xfrm>
            <a:off x="1343985" y="1361222"/>
            <a:ext cx="3430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Input embedding vector for token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80A25-232F-9D69-4130-C6D081B833E5}"/>
              </a:ext>
            </a:extLst>
          </p:cNvPr>
          <p:cNvSpPr txBox="1"/>
          <p:nvPr/>
        </p:nvSpPr>
        <p:spPr>
          <a:xfrm>
            <a:off x="6817073" y="1360197"/>
            <a:ext cx="391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Output embedding vector for token</a:t>
            </a:r>
          </a:p>
        </p:txBody>
      </p:sp>
    </p:spTree>
    <p:extLst>
      <p:ext uri="{BB962C8B-B14F-4D97-AF65-F5344CB8AC3E}">
        <p14:creationId xmlns:p14="http://schemas.microsoft.com/office/powerpoint/2010/main" val="157643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EEBE-3F72-EC51-BA36-7EE76EBA6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0AD1-8A0F-2C31-8AF5-0E23E7F85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07" y="121580"/>
            <a:ext cx="6155871" cy="805089"/>
          </a:xfrm>
        </p:spPr>
        <p:txBody>
          <a:bodyPr>
            <a:normAutofit fontScale="90000"/>
          </a:bodyPr>
          <a:lstStyle/>
          <a:p>
            <a:r>
              <a:rPr lang="en-GB" dirty="0"/>
              <a:t>Multi-headed Self-Attention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8C033A0-3BAE-2D4D-E451-8C7933E6C5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532877"/>
              </p:ext>
            </p:extLst>
          </p:nvPr>
        </p:nvGraphicFramePr>
        <p:xfrm>
          <a:off x="1028447" y="2095646"/>
          <a:ext cx="383046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046">
                  <a:extLst>
                    <a:ext uri="{9D8B030D-6E8A-4147-A177-3AD203B41FA5}">
                      <a16:colId xmlns:a16="http://schemas.microsoft.com/office/drawing/2014/main" val="2505470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4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41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825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9436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056A4-6EF7-FF57-2C34-6F42A9AB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48</a:t>
            </a:fld>
            <a:endParaRPr lang="en-GB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E8EEC912-88F1-EBF0-1952-D0E54245DE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3955425"/>
              </p:ext>
            </p:extLst>
          </p:nvPr>
        </p:nvGraphicFramePr>
        <p:xfrm>
          <a:off x="6523880" y="774913"/>
          <a:ext cx="413513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3513">
                  <a:extLst>
                    <a:ext uri="{9D8B030D-6E8A-4147-A177-3AD203B41FA5}">
                      <a16:colId xmlns:a16="http://schemas.microsoft.com/office/drawing/2014/main" val="2505470103"/>
                    </a:ext>
                  </a:extLst>
                </a:gridCol>
              </a:tblGrid>
              <a:tr h="196860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48173"/>
                  </a:ext>
                </a:extLst>
              </a:tr>
              <a:tr h="131683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414154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825795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4878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943698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6BAC4D3F-A7C3-0AB0-3070-EE148E3C41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9148388"/>
              </p:ext>
            </p:extLst>
          </p:nvPr>
        </p:nvGraphicFramePr>
        <p:xfrm>
          <a:off x="6535081" y="2292192"/>
          <a:ext cx="413513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3513">
                  <a:extLst>
                    <a:ext uri="{9D8B030D-6E8A-4147-A177-3AD203B41FA5}">
                      <a16:colId xmlns:a16="http://schemas.microsoft.com/office/drawing/2014/main" val="2505470103"/>
                    </a:ext>
                  </a:extLst>
                </a:gridCol>
              </a:tblGrid>
              <a:tr h="196860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48173"/>
                  </a:ext>
                </a:extLst>
              </a:tr>
              <a:tr h="131683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414154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825795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4878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943698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CA41A050-3BF3-D604-029E-81A7B68860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1440744"/>
              </p:ext>
            </p:extLst>
          </p:nvPr>
        </p:nvGraphicFramePr>
        <p:xfrm>
          <a:off x="6561980" y="3778088"/>
          <a:ext cx="413513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3513">
                  <a:extLst>
                    <a:ext uri="{9D8B030D-6E8A-4147-A177-3AD203B41FA5}">
                      <a16:colId xmlns:a16="http://schemas.microsoft.com/office/drawing/2014/main" val="2505470103"/>
                    </a:ext>
                  </a:extLst>
                </a:gridCol>
              </a:tblGrid>
              <a:tr h="196860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48173"/>
                  </a:ext>
                </a:extLst>
              </a:tr>
              <a:tr h="131683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414154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825795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4878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943698"/>
                  </a:ext>
                </a:extLst>
              </a:tr>
            </a:tbl>
          </a:graphicData>
        </a:graphic>
      </p:graphicFrame>
      <p:grpSp>
        <p:nvGrpSpPr>
          <p:cNvPr id="53" name="Group 52">
            <a:extLst>
              <a:ext uri="{FF2B5EF4-FFF2-40B4-BE49-F238E27FC236}">
                <a16:creationId xmlns:a16="http://schemas.microsoft.com/office/drawing/2014/main" id="{A7B2641C-F87C-2B08-45F6-D29B039BE5A4}"/>
              </a:ext>
            </a:extLst>
          </p:cNvPr>
          <p:cNvGrpSpPr/>
          <p:nvPr/>
        </p:nvGrpSpPr>
        <p:grpSpPr>
          <a:xfrm>
            <a:off x="74614" y="1318259"/>
            <a:ext cx="6487366" cy="3145629"/>
            <a:chOff x="74614" y="1318259"/>
            <a:chExt cx="6487366" cy="314562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7DFD51E-CBF5-EE9D-9301-54BA080D9C5E}"/>
                </a:ext>
              </a:extLst>
            </p:cNvPr>
            <p:cNvSpPr/>
            <p:nvPr/>
          </p:nvSpPr>
          <p:spPr>
            <a:xfrm>
              <a:off x="3149992" y="1829761"/>
              <a:ext cx="1870003" cy="64633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Attention Head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5317AF-2E1D-B38B-9496-2B8FA63DCD8F}"/>
                </a:ext>
              </a:extLst>
            </p:cNvPr>
            <p:cNvSpPr txBox="1"/>
            <p:nvPr/>
          </p:nvSpPr>
          <p:spPr>
            <a:xfrm>
              <a:off x="74614" y="1318259"/>
              <a:ext cx="23320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Input embedding vector for token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E7489FE-DE8C-2D1F-47C8-340C639A48E2}"/>
                </a:ext>
              </a:extLst>
            </p:cNvPr>
            <p:cNvSpPr/>
            <p:nvPr/>
          </p:nvSpPr>
          <p:spPr>
            <a:xfrm>
              <a:off x="3155104" y="2654868"/>
              <a:ext cx="1870003" cy="64633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Attention Head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4DDC2C4-B8D9-7763-F6D2-A5CDCECD4FFE}"/>
                </a:ext>
              </a:extLst>
            </p:cNvPr>
            <p:cNvSpPr/>
            <p:nvPr/>
          </p:nvSpPr>
          <p:spPr>
            <a:xfrm>
              <a:off x="3179652" y="3438048"/>
              <a:ext cx="1870003" cy="64633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Attention Head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1F5651-5417-E9D9-CD19-4B75137CC191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 flipV="1">
              <a:off x="1411493" y="2152927"/>
              <a:ext cx="1738499" cy="8698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EA81372-BF4B-BFE5-0BF5-44E3F2F979EC}"/>
                </a:ext>
              </a:extLst>
            </p:cNvPr>
            <p:cNvCxnSpPr>
              <a:cxnSpLocks/>
              <a:stCxn id="5" idx="3"/>
              <a:endCxn id="3" idx="1"/>
            </p:cNvCxnSpPr>
            <p:nvPr/>
          </p:nvCxnSpPr>
          <p:spPr>
            <a:xfrm flipV="1">
              <a:off x="1411493" y="2978034"/>
              <a:ext cx="1743611" cy="447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75CA568-00F6-1A9F-75E3-CEEA14E83691}"/>
                </a:ext>
              </a:extLst>
            </p:cNvPr>
            <p:cNvCxnSpPr>
              <a:cxnSpLocks/>
              <a:stCxn id="5" idx="3"/>
              <a:endCxn id="13" idx="1"/>
            </p:cNvCxnSpPr>
            <p:nvPr/>
          </p:nvCxnSpPr>
          <p:spPr>
            <a:xfrm>
              <a:off x="1411493" y="3022746"/>
              <a:ext cx="1768159" cy="7384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68440A7-980C-8D5D-6111-26904A5158DD}"/>
                </a:ext>
              </a:extLst>
            </p:cNvPr>
            <p:cNvCxnSpPr>
              <a:cxnSpLocks/>
              <a:stCxn id="8" idx="3"/>
              <a:endCxn id="7" idx="1"/>
            </p:cNvCxnSpPr>
            <p:nvPr/>
          </p:nvCxnSpPr>
          <p:spPr>
            <a:xfrm flipV="1">
              <a:off x="5019995" y="1460713"/>
              <a:ext cx="1503885" cy="6922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CADFB27-385D-361F-51A1-08098DB87177}"/>
                </a:ext>
              </a:extLst>
            </p:cNvPr>
            <p:cNvCxnSpPr>
              <a:cxnSpLocks/>
              <a:stCxn id="3" idx="3"/>
              <a:endCxn id="25" idx="1"/>
            </p:cNvCxnSpPr>
            <p:nvPr/>
          </p:nvCxnSpPr>
          <p:spPr>
            <a:xfrm flipV="1">
              <a:off x="5025107" y="2977992"/>
              <a:ext cx="1509974" cy="4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E84B2FB-58BE-8772-6AA2-B504908DCAFC}"/>
                </a:ext>
              </a:extLst>
            </p:cNvPr>
            <p:cNvCxnSpPr>
              <a:cxnSpLocks/>
              <a:stCxn id="13" idx="3"/>
              <a:endCxn id="26" idx="1"/>
            </p:cNvCxnSpPr>
            <p:nvPr/>
          </p:nvCxnSpPr>
          <p:spPr>
            <a:xfrm>
              <a:off x="5049655" y="3761214"/>
              <a:ext cx="1512325" cy="7026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EEB9822-AC02-416F-F249-7ADA539BDEA4}"/>
              </a:ext>
            </a:extLst>
          </p:cNvPr>
          <p:cNvGrpSpPr/>
          <p:nvPr/>
        </p:nvGrpSpPr>
        <p:grpSpPr>
          <a:xfrm>
            <a:off x="6937393" y="1160489"/>
            <a:ext cx="5272167" cy="3303399"/>
            <a:chOff x="6937393" y="1160489"/>
            <a:chExt cx="5272167" cy="3303399"/>
          </a:xfrm>
        </p:grpSpPr>
        <p:graphicFrame>
          <p:nvGraphicFramePr>
            <p:cNvPr id="37" name="Content Placeholder 4">
              <a:extLst>
                <a:ext uri="{FF2B5EF4-FFF2-40B4-BE49-F238E27FC236}">
                  <a16:creationId xmlns:a16="http://schemas.microsoft.com/office/drawing/2014/main" id="{6DD47B7B-1A64-F0E2-B0FA-2036A1ECDFE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00194541"/>
                </p:ext>
              </p:extLst>
            </p:nvPr>
          </p:nvGraphicFramePr>
          <p:xfrm>
            <a:off x="11019293" y="1907013"/>
            <a:ext cx="383046" cy="1854200"/>
          </p:xfrm>
          <a:graphic>
            <a:graphicData uri="http://schemas.openxmlformats.org/drawingml/2006/table">
              <a:tbl>
                <a:tblPr>
                  <a:tableStyleId>{5C22544A-7EE6-4342-B048-85BDC9FD1C3A}</a:tableStyleId>
                </a:tblPr>
                <a:tblGrid>
                  <a:gridCol w="383046">
                    <a:extLst>
                      <a:ext uri="{9D8B030D-6E8A-4147-A177-3AD203B41FA5}">
                        <a16:colId xmlns:a16="http://schemas.microsoft.com/office/drawing/2014/main" val="2505470103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endParaRPr lang="en-GB" dirty="0"/>
                      </a:p>
                    </a:txBody>
                    <a:tcPr>
                      <a:solidFill>
                        <a:srgbClr val="C00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557548173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endParaRPr lang="en-GB" dirty="0"/>
                      </a:p>
                    </a:txBody>
                    <a:tcPr>
                      <a:solidFill>
                        <a:srgbClr val="C00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970414154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endParaRPr lang="en-GB" dirty="0"/>
                      </a:p>
                    </a:txBody>
                    <a:tcPr>
                      <a:solidFill>
                        <a:srgbClr val="C00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906825795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endParaRPr lang="en-GB" dirty="0"/>
                      </a:p>
                    </a:txBody>
                    <a:tcPr>
                      <a:solidFill>
                        <a:srgbClr val="C00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96864878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endParaRPr lang="en-GB" dirty="0"/>
                      </a:p>
                    </a:txBody>
                    <a:tcPr>
                      <a:solidFill>
                        <a:srgbClr val="C00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10943698"/>
                    </a:ext>
                  </a:extLst>
                </a:tr>
              </a:tbl>
            </a:graphicData>
          </a:graphic>
        </p:graphicFrame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7F0042E-9DFB-FF0F-9A99-C28F63AA7BBA}"/>
                </a:ext>
              </a:extLst>
            </p:cNvPr>
            <p:cNvGrpSpPr/>
            <p:nvPr/>
          </p:nvGrpSpPr>
          <p:grpSpPr>
            <a:xfrm>
              <a:off x="6937393" y="1160489"/>
              <a:ext cx="5272167" cy="3303399"/>
              <a:chOff x="6937393" y="1160489"/>
              <a:chExt cx="5272167" cy="330339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273231-1B5D-A006-752B-84EDFB829860}"/>
                  </a:ext>
                </a:extLst>
              </p:cNvPr>
              <p:cNvSpPr txBox="1"/>
              <p:nvPr/>
            </p:nvSpPr>
            <p:spPr>
              <a:xfrm>
                <a:off x="9970625" y="1160489"/>
                <a:ext cx="22389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Output embedding vector for token</a:t>
                </a:r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219E0943-F71C-6514-455D-46F710A8C175}"/>
                  </a:ext>
                </a:extLst>
              </p:cNvPr>
              <p:cNvSpPr/>
              <p:nvPr/>
            </p:nvSpPr>
            <p:spPr>
              <a:xfrm>
                <a:off x="8135472" y="2346521"/>
                <a:ext cx="1801906" cy="1210235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Concatenation Operator, e.g. stacking or  take average</a:t>
                </a:r>
              </a:p>
            </p:txBody>
          </p:sp>
          <p:sp>
            <p:nvSpPr>
              <p:cNvPr id="39" name="Arrow: Right 38">
                <a:extLst>
                  <a:ext uri="{FF2B5EF4-FFF2-40B4-BE49-F238E27FC236}">
                    <a16:creationId xmlns:a16="http://schemas.microsoft.com/office/drawing/2014/main" id="{BEDEB0E7-6E7D-827B-82C1-6CCB35BAC9C8}"/>
                  </a:ext>
                </a:extLst>
              </p:cNvPr>
              <p:cNvSpPr/>
              <p:nvPr/>
            </p:nvSpPr>
            <p:spPr>
              <a:xfrm>
                <a:off x="10132252" y="2638825"/>
                <a:ext cx="739696" cy="37011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F6ECC8B3-59C8-3A9A-E801-133F302DC86A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>
                <a:off x="6937393" y="1460713"/>
                <a:ext cx="1198079" cy="106733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39FC3607-7813-8D5C-4CDD-AD495DA6C767}"/>
                  </a:ext>
                </a:extLst>
              </p:cNvPr>
              <p:cNvCxnSpPr>
                <a:cxnSpLocks/>
                <a:stCxn id="25" idx="3"/>
                <a:endCxn id="38" idx="1"/>
              </p:cNvCxnSpPr>
              <p:nvPr/>
            </p:nvCxnSpPr>
            <p:spPr>
              <a:xfrm flipV="1">
                <a:off x="6948594" y="2951639"/>
                <a:ext cx="1186878" cy="2635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EF658F0E-BC08-BEF6-9DC3-6353BCE28525}"/>
                  </a:ext>
                </a:extLst>
              </p:cNvPr>
              <p:cNvCxnSpPr>
                <a:cxnSpLocks/>
                <a:stCxn id="26" idx="3"/>
              </p:cNvCxnSpPr>
              <p:nvPr/>
            </p:nvCxnSpPr>
            <p:spPr>
              <a:xfrm flipV="1">
                <a:off x="6975493" y="3450033"/>
                <a:ext cx="1213766" cy="101385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EBE2FEEC-F7AD-B2CB-FDB0-D142679821BD}"/>
              </a:ext>
            </a:extLst>
          </p:cNvPr>
          <p:cNvSpPr txBox="1"/>
          <p:nvPr/>
        </p:nvSpPr>
        <p:spPr>
          <a:xfrm>
            <a:off x="680486" y="5349619"/>
            <a:ext cx="10962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We solve this by having multiple (H) self-attention heads.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We combine the output vectors of all the attention heads into a single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Typically, we make output dimension of each attention head d/H</a:t>
            </a:r>
          </a:p>
        </p:txBody>
      </p:sp>
    </p:spTree>
    <p:extLst>
      <p:ext uri="{BB962C8B-B14F-4D97-AF65-F5344CB8AC3E}">
        <p14:creationId xmlns:p14="http://schemas.microsoft.com/office/powerpoint/2010/main" val="265592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02B9F-D619-178C-E3BB-93DDB7CD3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8F2B-42D0-77A0-EF10-719E07DF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55871" cy="805089"/>
          </a:xfrm>
        </p:spPr>
        <p:txBody>
          <a:bodyPr>
            <a:normAutofit/>
          </a:bodyPr>
          <a:lstStyle/>
          <a:p>
            <a:r>
              <a:rPr lang="en-GB" dirty="0"/>
              <a:t>Neural Network Sub-Layer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AA0BF-22FD-8E99-0467-96101E81E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49</a:t>
            </a:fld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94EA4D3-8757-744D-D28C-39B0AA65B70B}"/>
              </a:ext>
            </a:extLst>
          </p:cNvPr>
          <p:cNvGrpSpPr/>
          <p:nvPr/>
        </p:nvGrpSpPr>
        <p:grpSpPr>
          <a:xfrm>
            <a:off x="70525" y="1351563"/>
            <a:ext cx="12056150" cy="2242319"/>
            <a:chOff x="70525" y="2951762"/>
            <a:chExt cx="12056150" cy="224231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6CFF2C4-513C-036F-7AA8-D65AEDACE961}"/>
                </a:ext>
              </a:extLst>
            </p:cNvPr>
            <p:cNvGrpSpPr/>
            <p:nvPr/>
          </p:nvGrpSpPr>
          <p:grpSpPr>
            <a:xfrm>
              <a:off x="70525" y="2970549"/>
              <a:ext cx="4231820" cy="2223532"/>
              <a:chOff x="70525" y="2970549"/>
              <a:chExt cx="4231820" cy="2223532"/>
            </a:xfrm>
          </p:grpSpPr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A0FD39E0-A4B7-DA09-8AF4-0713E2B39A6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61699569"/>
                  </p:ext>
                </p:extLst>
              </p:nvPr>
            </p:nvGraphicFramePr>
            <p:xfrm>
              <a:off x="70525" y="3339881"/>
              <a:ext cx="4231820" cy="1854200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846364">
                      <a:extLst>
                        <a:ext uri="{9D8B030D-6E8A-4147-A177-3AD203B41FA5}">
                          <a16:colId xmlns:a16="http://schemas.microsoft.com/office/drawing/2014/main" val="116916505"/>
                        </a:ext>
                      </a:extLst>
                    </a:gridCol>
                    <a:gridCol w="846364">
                      <a:extLst>
                        <a:ext uri="{9D8B030D-6E8A-4147-A177-3AD203B41FA5}">
                          <a16:colId xmlns:a16="http://schemas.microsoft.com/office/drawing/2014/main" val="858692082"/>
                        </a:ext>
                      </a:extLst>
                    </a:gridCol>
                    <a:gridCol w="846364">
                      <a:extLst>
                        <a:ext uri="{9D8B030D-6E8A-4147-A177-3AD203B41FA5}">
                          <a16:colId xmlns:a16="http://schemas.microsoft.com/office/drawing/2014/main" val="1217996601"/>
                        </a:ext>
                      </a:extLst>
                    </a:gridCol>
                    <a:gridCol w="846364">
                      <a:extLst>
                        <a:ext uri="{9D8B030D-6E8A-4147-A177-3AD203B41FA5}">
                          <a16:colId xmlns:a16="http://schemas.microsoft.com/office/drawing/2014/main" val="1242521241"/>
                        </a:ext>
                      </a:extLst>
                    </a:gridCol>
                    <a:gridCol w="846364">
                      <a:extLst>
                        <a:ext uri="{9D8B030D-6E8A-4147-A177-3AD203B41FA5}">
                          <a16:colId xmlns:a16="http://schemas.microsoft.com/office/drawing/2014/main" val="38478712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the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cat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the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59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31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2967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65877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4228111"/>
                      </a:ext>
                    </a:extLst>
                  </a:tr>
                </a:tbl>
              </a:graphicData>
            </a:graphic>
          </p:graphicFrame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A2E206-C00A-476C-0A8F-1A816F1F374E}"/>
                  </a:ext>
                </a:extLst>
              </p:cNvPr>
              <p:cNvSpPr txBox="1"/>
              <p:nvPr/>
            </p:nvSpPr>
            <p:spPr>
              <a:xfrm>
                <a:off x="1003413" y="2970549"/>
                <a:ext cx="2226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Input embeddings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B8E5A78-2AE3-8998-CA61-D986300808D9}"/>
                </a:ext>
              </a:extLst>
            </p:cNvPr>
            <p:cNvGrpSpPr/>
            <p:nvPr/>
          </p:nvGrpSpPr>
          <p:grpSpPr>
            <a:xfrm>
              <a:off x="7894855" y="2951762"/>
              <a:ext cx="4231820" cy="2231431"/>
              <a:chOff x="7894855" y="2951762"/>
              <a:chExt cx="4231820" cy="2231431"/>
            </a:xfrm>
          </p:grpSpPr>
          <p:graphicFrame>
            <p:nvGraphicFramePr>
              <p:cNvPr id="6" name="Content Placeholder 4">
                <a:extLst>
                  <a:ext uri="{FF2B5EF4-FFF2-40B4-BE49-F238E27FC236}">
                    <a16:creationId xmlns:a16="http://schemas.microsoft.com/office/drawing/2014/main" id="{D0690A06-2587-E88E-AE42-C44D3E08DD3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14972499"/>
                  </p:ext>
                </p:extLst>
              </p:nvPr>
            </p:nvGraphicFramePr>
            <p:xfrm>
              <a:off x="7894855" y="3328993"/>
              <a:ext cx="4231820" cy="1854200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846364">
                      <a:extLst>
                        <a:ext uri="{9D8B030D-6E8A-4147-A177-3AD203B41FA5}">
                          <a16:colId xmlns:a16="http://schemas.microsoft.com/office/drawing/2014/main" val="116916505"/>
                        </a:ext>
                      </a:extLst>
                    </a:gridCol>
                    <a:gridCol w="846364">
                      <a:extLst>
                        <a:ext uri="{9D8B030D-6E8A-4147-A177-3AD203B41FA5}">
                          <a16:colId xmlns:a16="http://schemas.microsoft.com/office/drawing/2014/main" val="858692082"/>
                        </a:ext>
                      </a:extLst>
                    </a:gridCol>
                    <a:gridCol w="846364">
                      <a:extLst>
                        <a:ext uri="{9D8B030D-6E8A-4147-A177-3AD203B41FA5}">
                          <a16:colId xmlns:a16="http://schemas.microsoft.com/office/drawing/2014/main" val="1217996601"/>
                        </a:ext>
                      </a:extLst>
                    </a:gridCol>
                    <a:gridCol w="846364">
                      <a:extLst>
                        <a:ext uri="{9D8B030D-6E8A-4147-A177-3AD203B41FA5}">
                          <a16:colId xmlns:a16="http://schemas.microsoft.com/office/drawing/2014/main" val="1242521241"/>
                        </a:ext>
                      </a:extLst>
                    </a:gridCol>
                    <a:gridCol w="846364">
                      <a:extLst>
                        <a:ext uri="{9D8B030D-6E8A-4147-A177-3AD203B41FA5}">
                          <a16:colId xmlns:a16="http://schemas.microsoft.com/office/drawing/2014/main" val="38478712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the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cat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the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59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31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2967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65877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C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4228111"/>
                      </a:ext>
                    </a:extLst>
                  </a:tr>
                </a:tbl>
              </a:graphicData>
            </a:graphic>
          </p:graphicFrame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1CB991-A200-DD25-9AFE-27779455AA01}"/>
                  </a:ext>
                </a:extLst>
              </p:cNvPr>
              <p:cNvSpPr txBox="1"/>
              <p:nvPr/>
            </p:nvSpPr>
            <p:spPr>
              <a:xfrm>
                <a:off x="8742601" y="2951762"/>
                <a:ext cx="25363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Output embeddings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E490595-60A1-D66F-8653-82E5D46B247B}"/>
                </a:ext>
              </a:extLst>
            </p:cNvPr>
            <p:cNvGrpSpPr/>
            <p:nvPr/>
          </p:nvGrpSpPr>
          <p:grpSpPr>
            <a:xfrm>
              <a:off x="4502210" y="3798794"/>
              <a:ext cx="3267949" cy="887506"/>
              <a:chOff x="4502210" y="3798794"/>
              <a:chExt cx="3267949" cy="887506"/>
            </a:xfrm>
          </p:grpSpPr>
          <p:sp>
            <p:nvSpPr>
              <p:cNvPr id="9" name="Arrow: Right 8">
                <a:extLst>
                  <a:ext uri="{FF2B5EF4-FFF2-40B4-BE49-F238E27FC236}">
                    <a16:creationId xmlns:a16="http://schemas.microsoft.com/office/drawing/2014/main" id="{F9ACB5C0-2FCC-C46B-847B-BF34BF3FF68D}"/>
                  </a:ext>
                </a:extLst>
              </p:cNvPr>
              <p:cNvSpPr/>
              <p:nvPr/>
            </p:nvSpPr>
            <p:spPr>
              <a:xfrm>
                <a:off x="4502210" y="4096546"/>
                <a:ext cx="614396" cy="37011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5F0E447-9A34-4CAD-99AB-C569C47B818E}"/>
                  </a:ext>
                </a:extLst>
              </p:cNvPr>
              <p:cNvSpPr/>
              <p:nvPr/>
            </p:nvSpPr>
            <p:spPr>
              <a:xfrm>
                <a:off x="5419165" y="3798794"/>
                <a:ext cx="1499347" cy="88750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Multi-headed attention</a:t>
                </a:r>
              </a:p>
            </p:txBody>
          </p:sp>
          <p:sp>
            <p:nvSpPr>
              <p:cNvPr id="11" name="Arrow: Right 10">
                <a:extLst>
                  <a:ext uri="{FF2B5EF4-FFF2-40B4-BE49-F238E27FC236}">
                    <a16:creationId xmlns:a16="http://schemas.microsoft.com/office/drawing/2014/main" id="{7E4F912D-C7FC-25B1-36F1-5AF860603F0F}"/>
                  </a:ext>
                </a:extLst>
              </p:cNvPr>
              <p:cNvSpPr/>
              <p:nvPr/>
            </p:nvSpPr>
            <p:spPr>
              <a:xfrm>
                <a:off x="7155763" y="4080858"/>
                <a:ext cx="614396" cy="37011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54888C-4924-14B7-BB3E-9FAB4A3711D2}"/>
              </a:ext>
            </a:extLst>
          </p:cNvPr>
          <p:cNvGrpSpPr/>
          <p:nvPr/>
        </p:nvGrpSpPr>
        <p:grpSpPr>
          <a:xfrm>
            <a:off x="456083" y="3558655"/>
            <a:ext cx="3529843" cy="1270525"/>
            <a:chOff x="456083" y="5158854"/>
            <a:chExt cx="3529843" cy="127052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95E9B29-52CC-29F6-FE5E-7D3FF4386D1A}"/>
                </a:ext>
              </a:extLst>
            </p:cNvPr>
            <p:cNvGrpSpPr/>
            <p:nvPr/>
          </p:nvGrpSpPr>
          <p:grpSpPr>
            <a:xfrm>
              <a:off x="456083" y="5158854"/>
              <a:ext cx="3529843" cy="776094"/>
              <a:chOff x="456083" y="5158854"/>
              <a:chExt cx="3529843" cy="776094"/>
            </a:xfrm>
          </p:grpSpPr>
          <p:sp>
            <p:nvSpPr>
              <p:cNvPr id="12" name="Left Bracket 11">
                <a:extLst>
                  <a:ext uri="{FF2B5EF4-FFF2-40B4-BE49-F238E27FC236}">
                    <a16:creationId xmlns:a16="http://schemas.microsoft.com/office/drawing/2014/main" id="{4277B673-8953-FBBF-DC1B-1CFC895E8FA7}"/>
                  </a:ext>
                </a:extLst>
              </p:cNvPr>
              <p:cNvSpPr/>
              <p:nvPr/>
            </p:nvSpPr>
            <p:spPr>
              <a:xfrm rot="16200000">
                <a:off x="2462568" y="4744091"/>
                <a:ext cx="218363" cy="1118342"/>
              </a:xfrm>
              <a:prstGeom prst="leftBracket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Left Bracket 12">
                <a:extLst>
                  <a:ext uri="{FF2B5EF4-FFF2-40B4-BE49-F238E27FC236}">
                    <a16:creationId xmlns:a16="http://schemas.microsoft.com/office/drawing/2014/main" id="{B81E32CD-A50C-2E32-610A-6BBE4DA40E47}"/>
                  </a:ext>
                </a:extLst>
              </p:cNvPr>
              <p:cNvSpPr/>
              <p:nvPr/>
            </p:nvSpPr>
            <p:spPr>
              <a:xfrm rot="16200000">
                <a:off x="1971911" y="4519811"/>
                <a:ext cx="484741" cy="1833280"/>
              </a:xfrm>
              <a:prstGeom prst="leftBracket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Left Bracket 13">
                <a:extLst>
                  <a:ext uri="{FF2B5EF4-FFF2-40B4-BE49-F238E27FC236}">
                    <a16:creationId xmlns:a16="http://schemas.microsoft.com/office/drawing/2014/main" id="{B0EA537E-1B4D-C849-6B7D-0DBB20BABA29}"/>
                  </a:ext>
                </a:extLst>
              </p:cNvPr>
              <p:cNvSpPr/>
              <p:nvPr/>
            </p:nvSpPr>
            <p:spPr>
              <a:xfrm rot="16200000" flipV="1">
                <a:off x="3438352" y="4864870"/>
                <a:ext cx="253589" cy="841558"/>
              </a:xfrm>
              <a:prstGeom prst="leftBracket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Left Bracket 14">
                <a:extLst>
                  <a:ext uri="{FF2B5EF4-FFF2-40B4-BE49-F238E27FC236}">
                    <a16:creationId xmlns:a16="http://schemas.microsoft.com/office/drawing/2014/main" id="{19A597D2-8C5D-8783-89C1-D3E9B5553FA7}"/>
                  </a:ext>
                </a:extLst>
              </p:cNvPr>
              <p:cNvSpPr/>
              <p:nvPr/>
            </p:nvSpPr>
            <p:spPr>
              <a:xfrm rot="16200000">
                <a:off x="1412179" y="4202759"/>
                <a:ext cx="776093" cy="2688285"/>
              </a:xfrm>
              <a:prstGeom prst="leftBracket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2900FA4-078B-58D5-9A0F-4A0FBC99AE84}"/>
                    </a:ext>
                  </a:extLst>
                </p:cNvPr>
                <p:cNvSpPr txBox="1"/>
                <p:nvPr/>
              </p:nvSpPr>
              <p:spPr>
                <a:xfrm>
                  <a:off x="505071" y="5934948"/>
                  <a:ext cx="3222812" cy="4944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2400" dirty="0"/>
                    <a:t>Attention weights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</m:oMath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2900FA4-078B-58D5-9A0F-4A0FBC99AE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071" y="5934948"/>
                  <a:ext cx="3222812" cy="494431"/>
                </a:xfrm>
                <a:prstGeom prst="rect">
                  <a:avLst/>
                </a:prstGeom>
                <a:blipFill>
                  <a:blip r:embed="rId3"/>
                  <a:stretch>
                    <a:fillRect l="-2268" t="-7407" b="-234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438941D-4EB3-EECE-6569-061DFAE20908}"/>
              </a:ext>
            </a:extLst>
          </p:cNvPr>
          <p:cNvSpPr txBox="1"/>
          <p:nvPr/>
        </p:nvSpPr>
        <p:spPr>
          <a:xfrm>
            <a:off x="330574" y="4920015"/>
            <a:ext cx="115308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Attention process is column-wise (token-to-token)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We haven’t allowed the different rows within a column to interact when producing the updated embedding </a:t>
            </a:r>
          </a:p>
        </p:txBody>
      </p:sp>
    </p:spTree>
    <p:extLst>
      <p:ext uri="{BB962C8B-B14F-4D97-AF65-F5344CB8AC3E}">
        <p14:creationId xmlns:p14="http://schemas.microsoft.com/office/powerpoint/2010/main" val="208208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D2E1-0613-0F66-36C1-EFF6E035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50329-659B-F435-4E5C-6BB84431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55871" cy="805089"/>
          </a:xfrm>
        </p:spPr>
        <p:txBody>
          <a:bodyPr>
            <a:normAutofit/>
          </a:bodyPr>
          <a:lstStyle/>
          <a:p>
            <a:r>
              <a:rPr lang="en-GB" dirty="0"/>
              <a:t>Neural Network Sub-Layer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13198-1ABA-61C4-00D4-9A30FC59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50</a:t>
            </a:fld>
            <a:endParaRPr lang="en-GB"/>
          </a:p>
        </p:txBody>
      </p:sp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645CEF80-2029-1F0E-C136-4153B24B3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2577577"/>
              </p:ext>
            </p:extLst>
          </p:nvPr>
        </p:nvGraphicFramePr>
        <p:xfrm>
          <a:off x="1423756" y="2209936"/>
          <a:ext cx="383046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046">
                  <a:extLst>
                    <a:ext uri="{9D8B030D-6E8A-4147-A177-3AD203B41FA5}">
                      <a16:colId xmlns:a16="http://schemas.microsoft.com/office/drawing/2014/main" val="2505470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4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41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825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943698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7F9A87E4-F4F4-FCCC-261A-7D33C03DAE18}"/>
              </a:ext>
            </a:extLst>
          </p:cNvPr>
          <p:cNvGrpSpPr/>
          <p:nvPr/>
        </p:nvGrpSpPr>
        <p:grpSpPr>
          <a:xfrm>
            <a:off x="573743" y="2315813"/>
            <a:ext cx="871205" cy="1577101"/>
            <a:chOff x="271181" y="2779745"/>
            <a:chExt cx="871205" cy="157710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59A6AC8-D2F2-589C-5682-C7B92253D224}"/>
                </a:ext>
              </a:extLst>
            </p:cNvPr>
            <p:cNvGrpSpPr/>
            <p:nvPr/>
          </p:nvGrpSpPr>
          <p:grpSpPr>
            <a:xfrm>
              <a:off x="490818" y="2779745"/>
              <a:ext cx="644845" cy="1180413"/>
              <a:chOff x="1411941" y="2705785"/>
              <a:chExt cx="644845" cy="1180413"/>
            </a:xfrm>
          </p:grpSpPr>
          <p:sp>
            <p:nvSpPr>
              <p:cNvPr id="14" name="Left Bracket 13">
                <a:extLst>
                  <a:ext uri="{FF2B5EF4-FFF2-40B4-BE49-F238E27FC236}">
                    <a16:creationId xmlns:a16="http://schemas.microsoft.com/office/drawing/2014/main" id="{8A10AA63-D05A-A961-7CDE-E444F3FC0EBD}"/>
                  </a:ext>
                </a:extLst>
              </p:cNvPr>
              <p:cNvSpPr/>
              <p:nvPr/>
            </p:nvSpPr>
            <p:spPr>
              <a:xfrm flipV="1">
                <a:off x="1794053" y="2706000"/>
                <a:ext cx="226282" cy="467505"/>
              </a:xfrm>
              <a:prstGeom prst="leftBracket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" name="Left Bracket 2">
                <a:extLst>
                  <a:ext uri="{FF2B5EF4-FFF2-40B4-BE49-F238E27FC236}">
                    <a16:creationId xmlns:a16="http://schemas.microsoft.com/office/drawing/2014/main" id="{8A03DA3F-6F94-76B7-420F-88F02BDE9490}"/>
                  </a:ext>
                </a:extLst>
              </p:cNvPr>
              <p:cNvSpPr/>
              <p:nvPr/>
            </p:nvSpPr>
            <p:spPr>
              <a:xfrm flipV="1">
                <a:off x="1625447" y="2705999"/>
                <a:ext cx="394887" cy="790235"/>
              </a:xfrm>
              <a:prstGeom prst="leftBracket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Left Bracket 23">
                <a:extLst>
                  <a:ext uri="{FF2B5EF4-FFF2-40B4-BE49-F238E27FC236}">
                    <a16:creationId xmlns:a16="http://schemas.microsoft.com/office/drawing/2014/main" id="{6848EFEE-02DB-8247-5668-EEB1D66A7763}"/>
                  </a:ext>
                </a:extLst>
              </p:cNvPr>
              <p:cNvSpPr/>
              <p:nvPr/>
            </p:nvSpPr>
            <p:spPr>
              <a:xfrm flipV="1">
                <a:off x="1411941" y="2705785"/>
                <a:ext cx="644845" cy="1180413"/>
              </a:xfrm>
              <a:prstGeom prst="leftBracket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8" name="Left Bracket 27">
              <a:extLst>
                <a:ext uri="{FF2B5EF4-FFF2-40B4-BE49-F238E27FC236}">
                  <a16:creationId xmlns:a16="http://schemas.microsoft.com/office/drawing/2014/main" id="{5A101FB7-7594-ECE1-35A1-28AE1F10A0EC}"/>
                </a:ext>
              </a:extLst>
            </p:cNvPr>
            <p:cNvSpPr/>
            <p:nvPr/>
          </p:nvSpPr>
          <p:spPr>
            <a:xfrm flipV="1">
              <a:off x="271181" y="2780517"/>
              <a:ext cx="871205" cy="1576329"/>
            </a:xfrm>
            <a:prstGeom prst="leftBracket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9AA7E6F-DC6E-6D96-17ED-4BF3BD4C0C19}"/>
              </a:ext>
            </a:extLst>
          </p:cNvPr>
          <p:cNvSpPr txBox="1"/>
          <p:nvPr/>
        </p:nvSpPr>
        <p:spPr>
          <a:xfrm>
            <a:off x="633335" y="1595959"/>
            <a:ext cx="1963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Embedding vector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689907-3300-827B-FF87-0F9E708E6D3A}"/>
              </a:ext>
            </a:extLst>
          </p:cNvPr>
          <p:cNvGrpSpPr/>
          <p:nvPr/>
        </p:nvGrpSpPr>
        <p:grpSpPr>
          <a:xfrm>
            <a:off x="2030506" y="1547915"/>
            <a:ext cx="8450238" cy="2500531"/>
            <a:chOff x="2030506" y="1547915"/>
            <a:chExt cx="8450238" cy="250053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8620761-031A-01FC-B05F-73833AB3E470}"/>
                </a:ext>
              </a:extLst>
            </p:cNvPr>
            <p:cNvGrpSpPr/>
            <p:nvPr/>
          </p:nvGrpSpPr>
          <p:grpSpPr>
            <a:xfrm>
              <a:off x="2030506" y="1547915"/>
              <a:ext cx="5021162" cy="2500531"/>
              <a:chOff x="2030506" y="1547915"/>
              <a:chExt cx="5021162" cy="2500531"/>
            </a:xfrm>
          </p:grpSpPr>
          <p:sp>
            <p:nvSpPr>
              <p:cNvPr id="32" name="Arrow: Right 31">
                <a:extLst>
                  <a:ext uri="{FF2B5EF4-FFF2-40B4-BE49-F238E27FC236}">
                    <a16:creationId xmlns:a16="http://schemas.microsoft.com/office/drawing/2014/main" id="{4E5F7230-D392-5682-C32A-DA50F82B5213}"/>
                  </a:ext>
                </a:extLst>
              </p:cNvPr>
              <p:cNvSpPr/>
              <p:nvPr/>
            </p:nvSpPr>
            <p:spPr>
              <a:xfrm>
                <a:off x="2030506" y="3039035"/>
                <a:ext cx="867335" cy="228600"/>
              </a:xfrm>
              <a:prstGeom prst="rightArrow">
                <a:avLst/>
              </a:prstGeom>
              <a:solidFill>
                <a:schemeClr val="tx1"/>
              </a:solidFill>
              <a:ln w="412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9D4DEBE1-B904-72C7-EF92-207CF4283BDF}"/>
                  </a:ext>
                </a:extLst>
              </p:cNvPr>
              <p:cNvSpPr/>
              <p:nvPr/>
            </p:nvSpPr>
            <p:spPr>
              <a:xfrm>
                <a:off x="3193677" y="2315813"/>
                <a:ext cx="1196788" cy="1577101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Neural Network</a:t>
                </a:r>
              </a:p>
            </p:txBody>
          </p:sp>
          <p:graphicFrame>
            <p:nvGraphicFramePr>
              <p:cNvPr id="34" name="Content Placeholder 4">
                <a:extLst>
                  <a:ext uri="{FF2B5EF4-FFF2-40B4-BE49-F238E27FC236}">
                    <a16:creationId xmlns:a16="http://schemas.microsoft.com/office/drawing/2014/main" id="{0DD5B963-D13C-5FC5-F2F9-E39C252051A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87277642"/>
                  </p:ext>
                </p:extLst>
              </p:nvPr>
            </p:nvGraphicFramePr>
            <p:xfrm>
              <a:off x="5650605" y="2194246"/>
              <a:ext cx="383046" cy="18542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83046">
                      <a:extLst>
                        <a:ext uri="{9D8B030D-6E8A-4147-A177-3AD203B41FA5}">
                          <a16:colId xmlns:a16="http://schemas.microsoft.com/office/drawing/2014/main" val="250547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75481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04141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68257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864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0943698"/>
                      </a:ext>
                    </a:extLst>
                  </a:tr>
                </a:tbl>
              </a:graphicData>
            </a:graphic>
          </p:graphicFrame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504E16E8-DD4C-2D5D-8867-129B26F22A67}"/>
                  </a:ext>
                </a:extLst>
              </p:cNvPr>
              <p:cNvSpPr/>
              <p:nvPr/>
            </p:nvSpPr>
            <p:spPr>
              <a:xfrm>
                <a:off x="4643715" y="3009899"/>
                <a:ext cx="867335" cy="228600"/>
              </a:xfrm>
              <a:prstGeom prst="rightArrow">
                <a:avLst/>
              </a:prstGeom>
              <a:solidFill>
                <a:schemeClr val="tx1"/>
              </a:solidFill>
              <a:ln w="412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2D899D7-EA35-43CC-11C2-86AAC4944589}"/>
                  </a:ext>
                </a:extLst>
              </p:cNvPr>
              <p:cNvSpPr txBox="1"/>
              <p:nvPr/>
            </p:nvSpPr>
            <p:spPr>
              <a:xfrm>
                <a:off x="4643715" y="1547915"/>
                <a:ext cx="240795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Output Embedding vector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09E4E41-1E40-93A3-2D0F-3742D585DE09}"/>
                </a:ext>
              </a:extLst>
            </p:cNvPr>
            <p:cNvSpPr txBox="1"/>
            <p:nvPr/>
          </p:nvSpPr>
          <p:spPr>
            <a:xfrm>
              <a:off x="7293791" y="2242290"/>
              <a:ext cx="318695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Parameters of neural network are learnt as part of the overall model training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816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773C-D0F0-EFAC-DDC7-08D60BEB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AF6D-0FAE-8043-24D5-FF0912E31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55871" cy="805089"/>
          </a:xfrm>
        </p:spPr>
        <p:txBody>
          <a:bodyPr>
            <a:normAutofit/>
          </a:bodyPr>
          <a:lstStyle/>
          <a:p>
            <a:r>
              <a:rPr lang="en-GB" dirty="0"/>
              <a:t>The Transformer Block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6AB13-D538-45A7-74C4-D08B1DE7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51</a:t>
            </a:fld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94FE71-8EA6-54AD-B37B-845767F78A96}"/>
              </a:ext>
            </a:extLst>
          </p:cNvPr>
          <p:cNvSpPr txBox="1"/>
          <p:nvPr/>
        </p:nvSpPr>
        <p:spPr>
          <a:xfrm>
            <a:off x="519623" y="1457697"/>
            <a:ext cx="152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Input embeddings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8A75EB-D46E-2396-D029-02210FB8AD47}"/>
              </a:ext>
            </a:extLst>
          </p:cNvPr>
          <p:cNvGrpSpPr/>
          <p:nvPr/>
        </p:nvGrpSpPr>
        <p:grpSpPr>
          <a:xfrm>
            <a:off x="105497" y="1645817"/>
            <a:ext cx="8668694" cy="2454088"/>
            <a:chOff x="555985" y="1645817"/>
            <a:chExt cx="8668694" cy="2454088"/>
          </a:xfrm>
        </p:grpSpPr>
        <p:graphicFrame>
          <p:nvGraphicFramePr>
            <p:cNvPr id="17" name="Content Placeholder 4">
              <a:extLst>
                <a:ext uri="{FF2B5EF4-FFF2-40B4-BE49-F238E27FC236}">
                  <a16:creationId xmlns:a16="http://schemas.microsoft.com/office/drawing/2014/main" id="{35C7475A-BA61-5F1D-EAE0-06111B32D7F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577142693"/>
                </p:ext>
              </p:extLst>
            </p:nvPr>
          </p:nvGraphicFramePr>
          <p:xfrm>
            <a:off x="555985" y="2071906"/>
            <a:ext cx="2450800" cy="1601910"/>
          </p:xfrm>
          <a:graphic>
            <a:graphicData uri="http://schemas.openxmlformats.org/drawingml/2006/table">
              <a:tbl>
                <a:tblPr firstRow="1">
                  <a:tableStyleId>{5C22544A-7EE6-4342-B048-85BDC9FD1C3A}</a:tableStyleId>
                </a:tblPr>
                <a:tblGrid>
                  <a:gridCol w="490160">
                    <a:extLst>
                      <a:ext uri="{9D8B030D-6E8A-4147-A177-3AD203B41FA5}">
                        <a16:colId xmlns:a16="http://schemas.microsoft.com/office/drawing/2014/main" val="116916505"/>
                      </a:ext>
                    </a:extLst>
                  </a:gridCol>
                  <a:gridCol w="490160">
                    <a:extLst>
                      <a:ext uri="{9D8B030D-6E8A-4147-A177-3AD203B41FA5}">
                        <a16:colId xmlns:a16="http://schemas.microsoft.com/office/drawing/2014/main" val="858692082"/>
                      </a:ext>
                    </a:extLst>
                  </a:gridCol>
                  <a:gridCol w="490160">
                    <a:extLst>
                      <a:ext uri="{9D8B030D-6E8A-4147-A177-3AD203B41FA5}">
                        <a16:colId xmlns:a16="http://schemas.microsoft.com/office/drawing/2014/main" val="1217996601"/>
                      </a:ext>
                    </a:extLst>
                  </a:gridCol>
                  <a:gridCol w="490160">
                    <a:extLst>
                      <a:ext uri="{9D8B030D-6E8A-4147-A177-3AD203B41FA5}">
                        <a16:colId xmlns:a16="http://schemas.microsoft.com/office/drawing/2014/main" val="1242521241"/>
                      </a:ext>
                    </a:extLst>
                  </a:gridCol>
                  <a:gridCol w="490160">
                    <a:extLst>
                      <a:ext uri="{9D8B030D-6E8A-4147-A177-3AD203B41FA5}">
                        <a16:colId xmlns:a16="http://schemas.microsoft.com/office/drawing/2014/main" val="3847871238"/>
                      </a:ext>
                    </a:extLst>
                  </a:gridCol>
                </a:tblGrid>
                <a:tr h="320382">
                  <a:tc>
                    <a:txBody>
                      <a:bodyPr/>
                      <a:lstStyle/>
                      <a:p>
                        <a:r>
                          <a:rPr lang="en-GB" sz="1400" dirty="0"/>
                          <a:t>the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400" dirty="0"/>
                          <a:t>cat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400" dirty="0"/>
                          <a:t>sat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400" dirty="0"/>
                          <a:t>on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400" dirty="0"/>
                          <a:t>the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696599091"/>
                    </a:ext>
                  </a:extLst>
                </a:tr>
                <a:tr h="320382"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33931161"/>
                    </a:ext>
                  </a:extLst>
                </a:tr>
                <a:tr h="320382"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32967676"/>
                    </a:ext>
                  </a:extLst>
                </a:tr>
                <a:tr h="320382"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626587743"/>
                    </a:ext>
                  </a:extLst>
                </a:tr>
                <a:tr h="320382"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234228111"/>
                    </a:ext>
                  </a:extLst>
                </a:tr>
              </a:tbl>
            </a:graphicData>
          </a:graphic>
        </p:graphicFrame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9E8F14F-2B09-5FCF-EDDA-B8C3AB261528}"/>
                </a:ext>
              </a:extLst>
            </p:cNvPr>
            <p:cNvGrpSpPr/>
            <p:nvPr/>
          </p:nvGrpSpPr>
          <p:grpSpPr>
            <a:xfrm>
              <a:off x="3845856" y="1645817"/>
              <a:ext cx="5378823" cy="2454088"/>
              <a:chOff x="4081182" y="1600201"/>
              <a:chExt cx="5378823" cy="2454088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BCF3744-9640-B5C6-DEAE-24F81C576D58}"/>
                  </a:ext>
                </a:extLst>
              </p:cNvPr>
              <p:cNvSpPr/>
              <p:nvPr/>
            </p:nvSpPr>
            <p:spPr>
              <a:xfrm>
                <a:off x="5001192" y="1781413"/>
                <a:ext cx="1250575" cy="203050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Multi-headed attention</a:t>
                </a: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D8797219-7BF9-F725-6208-DCA7C803D349}"/>
                  </a:ext>
                </a:extLst>
              </p:cNvPr>
              <p:cNvSpPr/>
              <p:nvPr/>
            </p:nvSpPr>
            <p:spPr>
              <a:xfrm>
                <a:off x="4081182" y="1600201"/>
                <a:ext cx="5378823" cy="2454088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21772755-F3E4-5366-91C2-A78FEC8464C2}"/>
                  </a:ext>
                </a:extLst>
              </p:cNvPr>
              <p:cNvSpPr/>
              <p:nvPr/>
            </p:nvSpPr>
            <p:spPr>
              <a:xfrm>
                <a:off x="8072717" y="1811992"/>
                <a:ext cx="1250575" cy="2030506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Neural Network</a:t>
                </a:r>
              </a:p>
            </p:txBody>
          </p:sp>
        </p:grpSp>
      </p:grpSp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EDC899F0-8284-F1D1-43C8-13EFB36798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2489365"/>
              </p:ext>
            </p:extLst>
          </p:nvPr>
        </p:nvGraphicFramePr>
        <p:xfrm>
          <a:off x="9630475" y="2042768"/>
          <a:ext cx="2450800" cy="16019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0160">
                  <a:extLst>
                    <a:ext uri="{9D8B030D-6E8A-4147-A177-3AD203B41FA5}">
                      <a16:colId xmlns:a16="http://schemas.microsoft.com/office/drawing/2014/main" val="116916505"/>
                    </a:ext>
                  </a:extLst>
                </a:gridCol>
                <a:gridCol w="490160">
                  <a:extLst>
                    <a:ext uri="{9D8B030D-6E8A-4147-A177-3AD203B41FA5}">
                      <a16:colId xmlns:a16="http://schemas.microsoft.com/office/drawing/2014/main" val="858692082"/>
                    </a:ext>
                  </a:extLst>
                </a:gridCol>
                <a:gridCol w="490160">
                  <a:extLst>
                    <a:ext uri="{9D8B030D-6E8A-4147-A177-3AD203B41FA5}">
                      <a16:colId xmlns:a16="http://schemas.microsoft.com/office/drawing/2014/main" val="1217996601"/>
                    </a:ext>
                  </a:extLst>
                </a:gridCol>
                <a:gridCol w="490160">
                  <a:extLst>
                    <a:ext uri="{9D8B030D-6E8A-4147-A177-3AD203B41FA5}">
                      <a16:colId xmlns:a16="http://schemas.microsoft.com/office/drawing/2014/main" val="1242521241"/>
                    </a:ext>
                  </a:extLst>
                </a:gridCol>
                <a:gridCol w="490160">
                  <a:extLst>
                    <a:ext uri="{9D8B030D-6E8A-4147-A177-3AD203B41FA5}">
                      <a16:colId xmlns:a16="http://schemas.microsoft.com/office/drawing/2014/main" val="3847871238"/>
                    </a:ext>
                  </a:extLst>
                </a:gridCol>
              </a:tblGrid>
              <a:tr h="320382"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599091"/>
                  </a:ext>
                </a:extLst>
              </a:tr>
              <a:tr h="32038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31161"/>
                  </a:ext>
                </a:extLst>
              </a:tr>
              <a:tr h="32038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967676"/>
                  </a:ext>
                </a:extLst>
              </a:tr>
              <a:tr h="32038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587743"/>
                  </a:ext>
                </a:extLst>
              </a:tr>
              <a:tr h="32038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228111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647AA5D7-BA52-78F6-A053-F948D38EEBD7}"/>
              </a:ext>
            </a:extLst>
          </p:cNvPr>
          <p:cNvSpPr txBox="1"/>
          <p:nvPr/>
        </p:nvSpPr>
        <p:spPr>
          <a:xfrm>
            <a:off x="10246294" y="1475626"/>
            <a:ext cx="1524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Output embeddings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09F733-A0A6-C087-EA77-E188B18B8B98}"/>
              </a:ext>
            </a:extLst>
          </p:cNvPr>
          <p:cNvSpPr txBox="1"/>
          <p:nvPr/>
        </p:nvSpPr>
        <p:spPr>
          <a:xfrm>
            <a:off x="4834219" y="1220950"/>
            <a:ext cx="2212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Transformer Block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30569F4-50C4-53E3-B69A-D94C68A80921}"/>
              </a:ext>
            </a:extLst>
          </p:cNvPr>
          <p:cNvGrpSpPr/>
          <p:nvPr/>
        </p:nvGrpSpPr>
        <p:grpSpPr>
          <a:xfrm>
            <a:off x="3301258" y="3003170"/>
            <a:ext cx="4020670" cy="1996871"/>
            <a:chOff x="3301258" y="3003170"/>
            <a:chExt cx="4020670" cy="1996871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5891449-0C82-399C-2830-E56DF08A8B00}"/>
                </a:ext>
              </a:extLst>
            </p:cNvPr>
            <p:cNvCxnSpPr/>
            <p:nvPr/>
          </p:nvCxnSpPr>
          <p:spPr>
            <a:xfrm flipV="1">
              <a:off x="3916135" y="3012141"/>
              <a:ext cx="0" cy="15733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A5920F1-4A05-80A6-32AB-23DEDEC4E0B4}"/>
                </a:ext>
              </a:extLst>
            </p:cNvPr>
            <p:cNvCxnSpPr/>
            <p:nvPr/>
          </p:nvCxnSpPr>
          <p:spPr>
            <a:xfrm flipV="1">
              <a:off x="6690705" y="3003170"/>
              <a:ext cx="0" cy="15733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43E5E03-BEC7-A299-1D24-B6064A50D19B}"/>
                </a:ext>
              </a:extLst>
            </p:cNvPr>
            <p:cNvSpPr txBox="1"/>
            <p:nvPr/>
          </p:nvSpPr>
          <p:spPr>
            <a:xfrm>
              <a:off x="3301258" y="4538376"/>
              <a:ext cx="40206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What are these gaps?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944F327-7D37-CA13-5AF8-FEDAD15E8F8A}"/>
              </a:ext>
            </a:extLst>
          </p:cNvPr>
          <p:cNvCxnSpPr/>
          <p:nvPr/>
        </p:nvCxnSpPr>
        <p:spPr>
          <a:xfrm>
            <a:off x="2556297" y="2904565"/>
            <a:ext cx="74496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328AAA7-0CB5-3D26-AF0C-07517D5CB3E2}"/>
              </a:ext>
            </a:extLst>
          </p:cNvPr>
          <p:cNvCxnSpPr/>
          <p:nvPr/>
        </p:nvCxnSpPr>
        <p:spPr>
          <a:xfrm>
            <a:off x="5593095" y="2895597"/>
            <a:ext cx="74496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C846A33-E2FA-723D-A139-E1060A22A8F3}"/>
              </a:ext>
            </a:extLst>
          </p:cNvPr>
          <p:cNvCxnSpPr/>
          <p:nvPr/>
        </p:nvCxnSpPr>
        <p:spPr>
          <a:xfrm>
            <a:off x="8847259" y="2902323"/>
            <a:ext cx="74496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43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B84F-7DD6-EAF0-2C6E-5983D42BF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1663"/>
          </a:xfrm>
        </p:spPr>
        <p:txBody>
          <a:bodyPr/>
          <a:lstStyle/>
          <a:p>
            <a:r>
              <a:rPr lang="en-GB" dirty="0"/>
              <a:t>Technical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7AB39-82AB-974B-DDD8-041161D8A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071" y="1314637"/>
            <a:ext cx="10515600" cy="4763434"/>
          </a:xfrm>
        </p:spPr>
        <p:txBody>
          <a:bodyPr>
            <a:normAutofit/>
          </a:bodyPr>
          <a:lstStyle/>
          <a:p>
            <a:r>
              <a:rPr lang="en-GB" dirty="0"/>
              <a:t>We apply two main additional transformations to the data to improve efficiency and stability of the training process:</a:t>
            </a:r>
          </a:p>
          <a:p>
            <a:endParaRPr lang="en-GB" dirty="0"/>
          </a:p>
          <a:p>
            <a:pPr marL="971550" lvl="1" indent="-514350">
              <a:buFont typeface="+mj-lt"/>
              <a:buAutoNum type="arabicParenR"/>
            </a:pPr>
            <a:r>
              <a:rPr lang="en-GB" dirty="0"/>
              <a:t>Layer-wise normalization – apply a standardization (location and scale) transformation before each sub-layer</a:t>
            </a:r>
          </a:p>
          <a:p>
            <a:pPr marL="971550" lvl="1" indent="-514350">
              <a:buFont typeface="+mj-lt"/>
              <a:buAutoNum type="arabicParenR"/>
            </a:pPr>
            <a:endParaRPr lang="en-GB" dirty="0"/>
          </a:p>
          <a:p>
            <a:pPr marL="971550" lvl="1" indent="-514350">
              <a:buFont typeface="+mj-lt"/>
              <a:buAutoNum type="arabicParenR"/>
            </a:pPr>
            <a:endParaRPr lang="en-GB" dirty="0"/>
          </a:p>
          <a:p>
            <a:pPr marL="971550" lvl="1" indent="-514350">
              <a:buFont typeface="+mj-lt"/>
              <a:buAutoNum type="arabicParenR"/>
            </a:pPr>
            <a:r>
              <a:rPr lang="en-GB" dirty="0"/>
              <a:t>We use the multi-headed attention and neural network transformations to model the residuals of the input-output relations</a:t>
            </a:r>
          </a:p>
          <a:p>
            <a:pPr marL="971550" lvl="1" indent="-514350">
              <a:buFont typeface="+mj-lt"/>
              <a:buAutoNum type="arabicParenR"/>
            </a:pPr>
            <a:endParaRPr lang="en-GB" dirty="0"/>
          </a:p>
          <a:p>
            <a:pPr marL="914400" lvl="2" indent="0">
              <a:buNone/>
            </a:pPr>
            <a:r>
              <a:rPr lang="en-GB" sz="2800" dirty="0"/>
              <a:t>Output vector = Input vector + Transformation(Input vector)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800F-A3F2-FBBA-3D79-CBD5B9F1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99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94BB0-04AC-BC43-8B39-734606EA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19C6-AB96-F765-F5C8-669383046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55871" cy="805089"/>
          </a:xfrm>
        </p:spPr>
        <p:txBody>
          <a:bodyPr>
            <a:normAutofit/>
          </a:bodyPr>
          <a:lstStyle/>
          <a:p>
            <a:r>
              <a:rPr lang="en-GB" dirty="0"/>
              <a:t>The Transformer Block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75456-264E-77F2-495B-A4A3DAB5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53</a:t>
            </a:fld>
            <a:endParaRPr lang="en-GB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94C2138-010A-8A8B-7111-4A1E1653FF17}"/>
              </a:ext>
            </a:extLst>
          </p:cNvPr>
          <p:cNvGrpSpPr/>
          <p:nvPr/>
        </p:nvGrpSpPr>
        <p:grpSpPr>
          <a:xfrm>
            <a:off x="185240" y="1755061"/>
            <a:ext cx="11778056" cy="3513054"/>
            <a:chOff x="89547" y="1404186"/>
            <a:chExt cx="11778056" cy="3513054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8E99562E-8C66-3BEA-C0E2-E3D9775CF386}"/>
                </a:ext>
              </a:extLst>
            </p:cNvPr>
            <p:cNvGrpSpPr/>
            <p:nvPr/>
          </p:nvGrpSpPr>
          <p:grpSpPr>
            <a:xfrm>
              <a:off x="89547" y="2013510"/>
              <a:ext cx="2061635" cy="2032177"/>
              <a:chOff x="89547" y="2013510"/>
              <a:chExt cx="2061635" cy="203217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0F323C4-B9AD-B737-CD8A-14F6E5D5727E}"/>
                  </a:ext>
                </a:extLst>
              </p:cNvPr>
              <p:cNvSpPr txBox="1"/>
              <p:nvPr/>
            </p:nvSpPr>
            <p:spPr>
              <a:xfrm>
                <a:off x="287706" y="2013510"/>
                <a:ext cx="1524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Input embeddings</a:t>
                </a:r>
              </a:p>
            </p:txBody>
          </p:sp>
          <p:graphicFrame>
            <p:nvGraphicFramePr>
              <p:cNvPr id="17" name="Content Placeholder 4">
                <a:extLst>
                  <a:ext uri="{FF2B5EF4-FFF2-40B4-BE49-F238E27FC236}">
                    <a16:creationId xmlns:a16="http://schemas.microsoft.com/office/drawing/2014/main" id="{48137ECA-B052-0DBB-20B6-837BE0C22E5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64513667"/>
                  </p:ext>
                </p:extLst>
              </p:nvPr>
            </p:nvGraphicFramePr>
            <p:xfrm>
              <a:off x="89547" y="2606172"/>
              <a:ext cx="2061635" cy="1439515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412327">
                      <a:extLst>
                        <a:ext uri="{9D8B030D-6E8A-4147-A177-3AD203B41FA5}">
                          <a16:colId xmlns:a16="http://schemas.microsoft.com/office/drawing/2014/main" val="116916505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858692082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1217996601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1242521241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3847871238"/>
                        </a:ext>
                      </a:extLst>
                    </a:gridCol>
                  </a:tblGrid>
                  <a:tr h="287903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599091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31161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2967676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6587743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4228111"/>
                      </a:ext>
                    </a:extLst>
                  </a:tr>
                </a:tbl>
              </a:graphicData>
            </a:graphic>
          </p:graphicFrame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4CAA7EB-259A-18E9-1E3D-A663BD5A08DB}"/>
                </a:ext>
              </a:extLst>
            </p:cNvPr>
            <p:cNvGrpSpPr/>
            <p:nvPr/>
          </p:nvGrpSpPr>
          <p:grpSpPr>
            <a:xfrm>
              <a:off x="2142134" y="1404186"/>
              <a:ext cx="7683978" cy="3513054"/>
              <a:chOff x="2535536" y="1489247"/>
              <a:chExt cx="7683978" cy="3513054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AD9417-D27A-F7E8-9B2D-9A32020DF997}"/>
                  </a:ext>
                </a:extLst>
              </p:cNvPr>
              <p:cNvSpPr txBox="1"/>
              <p:nvPr/>
            </p:nvSpPr>
            <p:spPr>
              <a:xfrm>
                <a:off x="5090265" y="1489247"/>
                <a:ext cx="22120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Transformer Block</a:t>
                </a: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C2312588-54AA-AC2E-4F19-43F06C9868D0}"/>
                  </a:ext>
                </a:extLst>
              </p:cNvPr>
              <p:cNvGrpSpPr/>
              <p:nvPr/>
            </p:nvGrpSpPr>
            <p:grpSpPr>
              <a:xfrm>
                <a:off x="2535536" y="1869144"/>
                <a:ext cx="7683978" cy="3133157"/>
                <a:chOff x="2928938" y="1869144"/>
                <a:chExt cx="7683978" cy="3133157"/>
              </a:xfrm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73AD2B6B-2D05-3B50-8379-194DE24D4B8C}"/>
                    </a:ext>
                  </a:extLst>
                </p:cNvPr>
                <p:cNvSpPr/>
                <p:nvPr/>
              </p:nvSpPr>
              <p:spPr>
                <a:xfrm>
                  <a:off x="3216304" y="1869144"/>
                  <a:ext cx="6910336" cy="3133157"/>
                </a:xfrm>
                <a:prstGeom prst="round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2C71583B-9BD1-EB4D-5D98-82CE25EF4AF5}"/>
                    </a:ext>
                  </a:extLst>
                </p:cNvPr>
                <p:cNvSpPr/>
                <p:nvPr/>
              </p:nvSpPr>
              <p:spPr>
                <a:xfrm>
                  <a:off x="8088656" y="2395806"/>
                  <a:ext cx="1250575" cy="2030506"/>
                </a:xfrm>
                <a:prstGeom prst="round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/>
                    <a:t>Neural Network</a:t>
                  </a:r>
                </a:p>
              </p:txBody>
            </p: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4A8A59F8-E3F1-2558-96A9-26F8B172CA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823018" y="3394805"/>
                  <a:ext cx="789898" cy="10708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A30E938D-FA8F-BE15-ADC2-2371C007783B}"/>
                    </a:ext>
                  </a:extLst>
                </p:cNvPr>
                <p:cNvSpPr/>
                <p:nvPr/>
              </p:nvSpPr>
              <p:spPr>
                <a:xfrm>
                  <a:off x="3691219" y="2391808"/>
                  <a:ext cx="544074" cy="2030506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" rtlCol="0" anchor="ctr"/>
                <a:lstStyle/>
                <a:p>
                  <a:pPr algn="ctr"/>
                  <a:r>
                    <a:rPr lang="en-GB" dirty="0"/>
                    <a:t>Layer Normalization</a:t>
                  </a:r>
                </a:p>
              </p:txBody>
            </p:sp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6B4AF066-DAA6-2EED-3B7E-5684C9B14D71}"/>
                    </a:ext>
                  </a:extLst>
                </p:cNvPr>
                <p:cNvSpPr/>
                <p:nvPr/>
              </p:nvSpPr>
              <p:spPr>
                <a:xfrm>
                  <a:off x="7047370" y="2382842"/>
                  <a:ext cx="544074" cy="2030506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" rtlCol="0" anchor="ctr"/>
                <a:lstStyle/>
                <a:p>
                  <a:pPr algn="ctr"/>
                  <a:r>
                    <a:rPr lang="en-GB" dirty="0"/>
                    <a:t>Layer Normalization</a:t>
                  </a:r>
                </a:p>
              </p:txBody>
            </p:sp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6CF30DF7-6D97-183B-1AF2-391B8C4B9C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8447" y="3409724"/>
                  <a:ext cx="502905" cy="0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2D8F527E-221C-8107-152D-6879108A0855}"/>
                    </a:ext>
                  </a:extLst>
                </p:cNvPr>
                <p:cNvGrpSpPr/>
                <p:nvPr/>
              </p:nvGrpSpPr>
              <p:grpSpPr>
                <a:xfrm>
                  <a:off x="2928938" y="2391807"/>
                  <a:ext cx="3680866" cy="2229529"/>
                  <a:chOff x="2928938" y="2391807"/>
                  <a:chExt cx="3680866" cy="2229529"/>
                </a:xfrm>
              </p:grpSpPr>
              <p:sp>
                <p:nvSpPr>
                  <p:cNvPr id="12" name="Rectangle: Rounded Corners 11">
                    <a:extLst>
                      <a:ext uri="{FF2B5EF4-FFF2-40B4-BE49-F238E27FC236}">
                        <a16:creationId xmlns:a16="http://schemas.microsoft.com/office/drawing/2014/main" id="{3F5EE1A2-7C2C-696C-34E6-585C273CD823}"/>
                      </a:ext>
                    </a:extLst>
                  </p:cNvPr>
                  <p:cNvSpPr/>
                  <p:nvPr/>
                </p:nvSpPr>
                <p:spPr>
                  <a:xfrm>
                    <a:off x="4747784" y="2391807"/>
                    <a:ext cx="1250575" cy="2030506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dirty="0"/>
                      <a:t>Multi-headed attention</a:t>
                    </a:r>
                  </a:p>
                </p:txBody>
              </p:sp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3BAB9CB9-B9B2-0EFD-9A82-9E6A450566B8}"/>
                      </a:ext>
                    </a:extLst>
                  </p:cNvPr>
                  <p:cNvCxnSpPr>
                    <a:cxnSpLocks/>
                    <a:endCxn id="3" idx="1"/>
                  </p:cNvCxnSpPr>
                  <p:nvPr/>
                </p:nvCxnSpPr>
                <p:spPr>
                  <a:xfrm>
                    <a:off x="2928938" y="3407060"/>
                    <a:ext cx="762281" cy="1"/>
                  </a:xfrm>
                  <a:prstGeom prst="straightConnector1">
                    <a:avLst/>
                  </a:prstGeom>
                  <a:ln w="31750">
                    <a:solidFill>
                      <a:schemeClr val="tx1"/>
                    </a:solidFill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48005BBC-3B3E-2C94-F6BA-41A588612121}"/>
                      </a:ext>
                    </a:extLst>
                  </p:cNvPr>
                  <p:cNvCxnSpPr>
                    <a:cxnSpLocks/>
                    <a:stCxn id="12" idx="3"/>
                  </p:cNvCxnSpPr>
                  <p:nvPr/>
                </p:nvCxnSpPr>
                <p:spPr>
                  <a:xfrm>
                    <a:off x="5998359" y="3407060"/>
                    <a:ext cx="445964" cy="1"/>
                  </a:xfrm>
                  <a:prstGeom prst="straightConnector1">
                    <a:avLst/>
                  </a:prstGeom>
                  <a:ln w="31750">
                    <a:solidFill>
                      <a:schemeClr val="tx1"/>
                    </a:solidFill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Arrow Connector 7">
                    <a:extLst>
                      <a:ext uri="{FF2B5EF4-FFF2-40B4-BE49-F238E27FC236}">
                        <a16:creationId xmlns:a16="http://schemas.microsoft.com/office/drawing/2014/main" id="{17F4B317-7D37-EC64-E0D6-049CD05146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37188" y="3418585"/>
                    <a:ext cx="502905" cy="0"/>
                  </a:xfrm>
                  <a:prstGeom prst="straightConnector1">
                    <a:avLst/>
                  </a:prstGeom>
                  <a:ln w="31750">
                    <a:solidFill>
                      <a:schemeClr val="tx1"/>
                    </a:solidFill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" name="Flowchart: Or 10">
                    <a:extLst>
                      <a:ext uri="{FF2B5EF4-FFF2-40B4-BE49-F238E27FC236}">
                        <a16:creationId xmlns:a16="http://schemas.microsoft.com/office/drawing/2014/main" id="{36F1DE14-CBD9-9E65-E2C2-D5DD4BD4A2A7}"/>
                      </a:ext>
                    </a:extLst>
                  </p:cNvPr>
                  <p:cNvSpPr/>
                  <p:nvPr/>
                </p:nvSpPr>
                <p:spPr>
                  <a:xfrm>
                    <a:off x="6364582" y="3286973"/>
                    <a:ext cx="245222" cy="242515"/>
                  </a:xfrm>
                  <a:prstGeom prst="flowChartOr">
                    <a:avLst/>
                  </a:prstGeom>
                  <a:noFill/>
                  <a:ln w="317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188CD681-AE5E-F564-C4FE-138E9369C3F4}"/>
                      </a:ext>
                    </a:extLst>
                  </p:cNvPr>
                  <p:cNvGrpSpPr/>
                  <p:nvPr/>
                </p:nvGrpSpPr>
                <p:grpSpPr>
                  <a:xfrm>
                    <a:off x="3350148" y="3394805"/>
                    <a:ext cx="3137298" cy="1226531"/>
                    <a:chOff x="3350148" y="3394805"/>
                    <a:chExt cx="3137298" cy="1226531"/>
                  </a:xfrm>
                </p:grpSpPr>
                <p:cxnSp>
                  <p:nvCxnSpPr>
                    <p:cNvPr id="28" name="Straight Arrow Connector 27">
                      <a:extLst>
                        <a:ext uri="{FF2B5EF4-FFF2-40B4-BE49-F238E27FC236}">
                          <a16:creationId xmlns:a16="http://schemas.microsoft.com/office/drawing/2014/main" id="{0AF0541C-32A8-1750-D3C5-DE22B53269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350148" y="4593430"/>
                      <a:ext cx="3137045" cy="13101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tailEnd type="none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Straight Arrow Connector 29">
                      <a:extLst>
                        <a:ext uri="{FF2B5EF4-FFF2-40B4-BE49-F238E27FC236}">
                          <a16:creationId xmlns:a16="http://schemas.microsoft.com/office/drawing/2014/main" id="{C2CB90D4-88CD-5543-6AF7-5380A7C338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363249" y="3394805"/>
                      <a:ext cx="0" cy="1211726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tailEnd type="none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Straight Arrow Connector 34">
                      <a:extLst>
                        <a:ext uri="{FF2B5EF4-FFF2-40B4-BE49-F238E27FC236}">
                          <a16:creationId xmlns:a16="http://schemas.microsoft.com/office/drawing/2014/main" id="{9522D94E-5167-3C9F-159C-EA62656027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487446" y="3540625"/>
                      <a:ext cx="0" cy="1080711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tailEnd type="none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6D06860B-F5B5-7D9E-9790-A184171868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5917" y="3407338"/>
                  <a:ext cx="502905" cy="0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6ABD8CF7-B51F-8DF4-EFDE-DAA454E935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80017" y="4593430"/>
                  <a:ext cx="2972222" cy="2607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B8A1A0E9-8DF1-6395-2A41-F33D936CBC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82732" y="3399566"/>
                  <a:ext cx="0" cy="1211726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Flowchart: Or 50">
                  <a:extLst>
                    <a:ext uri="{FF2B5EF4-FFF2-40B4-BE49-F238E27FC236}">
                      <a16:creationId xmlns:a16="http://schemas.microsoft.com/office/drawing/2014/main" id="{7A63FE02-370A-F206-DE15-443EA1460787}"/>
                    </a:ext>
                  </a:extLst>
                </p:cNvPr>
                <p:cNvSpPr/>
                <p:nvPr/>
              </p:nvSpPr>
              <p:spPr>
                <a:xfrm>
                  <a:off x="9620174" y="3284793"/>
                  <a:ext cx="245222" cy="242515"/>
                </a:xfrm>
                <a:prstGeom prst="flowChartOr">
                  <a:avLst/>
                </a:prstGeom>
                <a:noFill/>
                <a:ln w="317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71587440-30D9-D870-6BC3-BD9A0B2C06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8745" y="3407192"/>
                  <a:ext cx="445964" cy="1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C48A8BB8-DFAC-D36B-855F-DA3341FDF9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42284" y="3478714"/>
                  <a:ext cx="0" cy="1127817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8DB35EB-D7E6-1628-D071-FF30E29B4B50}"/>
                </a:ext>
              </a:extLst>
            </p:cNvPr>
            <p:cNvGrpSpPr/>
            <p:nvPr/>
          </p:nvGrpSpPr>
          <p:grpSpPr>
            <a:xfrm>
              <a:off x="9805968" y="2017053"/>
              <a:ext cx="2061635" cy="2032177"/>
              <a:chOff x="89547" y="2013510"/>
              <a:chExt cx="2061635" cy="2032177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AAA5F23-F7B6-FC9D-21B5-B537037D3FEB}"/>
                  </a:ext>
                </a:extLst>
              </p:cNvPr>
              <p:cNvSpPr txBox="1"/>
              <p:nvPr/>
            </p:nvSpPr>
            <p:spPr>
              <a:xfrm>
                <a:off x="287706" y="2013510"/>
                <a:ext cx="15240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Output embeddings</a:t>
                </a:r>
              </a:p>
            </p:txBody>
          </p:sp>
          <p:graphicFrame>
            <p:nvGraphicFramePr>
              <p:cNvPr id="70" name="Content Placeholder 4">
                <a:extLst>
                  <a:ext uri="{FF2B5EF4-FFF2-40B4-BE49-F238E27FC236}">
                    <a16:creationId xmlns:a16="http://schemas.microsoft.com/office/drawing/2014/main" id="{13412171-CF07-A79C-D8FB-531936416AB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61192037"/>
                  </p:ext>
                </p:extLst>
              </p:nvPr>
            </p:nvGraphicFramePr>
            <p:xfrm>
              <a:off x="89547" y="2606172"/>
              <a:ext cx="2061635" cy="1439515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412327">
                      <a:extLst>
                        <a:ext uri="{9D8B030D-6E8A-4147-A177-3AD203B41FA5}">
                          <a16:colId xmlns:a16="http://schemas.microsoft.com/office/drawing/2014/main" val="116916505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858692082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1217996601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1242521241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3847871238"/>
                        </a:ext>
                      </a:extLst>
                    </a:gridCol>
                  </a:tblGrid>
                  <a:tr h="287903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599091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31161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2967676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6587743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4228111"/>
                      </a:ext>
                    </a:extLst>
                  </a:tr>
                </a:tbl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5802625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C7C2-EA03-383A-F1BF-EC0488020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BA40E-BA86-DF9B-D200-45396CCFC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55871" cy="805089"/>
          </a:xfrm>
        </p:spPr>
        <p:txBody>
          <a:bodyPr>
            <a:normAutofit/>
          </a:bodyPr>
          <a:lstStyle/>
          <a:p>
            <a:r>
              <a:rPr lang="en-GB" dirty="0"/>
              <a:t>The Transformer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738AE-FCEB-761A-882F-4B0C68C4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54</a:t>
            </a:fld>
            <a:endParaRPr lang="en-GB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16EB5BE-1367-E0DE-70E4-26E66E7517D3}"/>
              </a:ext>
            </a:extLst>
          </p:cNvPr>
          <p:cNvGrpSpPr/>
          <p:nvPr/>
        </p:nvGrpSpPr>
        <p:grpSpPr>
          <a:xfrm>
            <a:off x="54006" y="2364385"/>
            <a:ext cx="12088518" cy="2183403"/>
            <a:chOff x="54006" y="2364385"/>
            <a:chExt cx="12088518" cy="2183403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5910CFB-4304-542E-1327-F0DDA538F563}"/>
                </a:ext>
              </a:extLst>
            </p:cNvPr>
            <p:cNvGrpSpPr/>
            <p:nvPr/>
          </p:nvGrpSpPr>
          <p:grpSpPr>
            <a:xfrm>
              <a:off x="54006" y="2364385"/>
              <a:ext cx="2061635" cy="2032177"/>
              <a:chOff x="89547" y="2013510"/>
              <a:chExt cx="2061635" cy="203217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F8F764-949E-2137-E481-461843D08198}"/>
                  </a:ext>
                </a:extLst>
              </p:cNvPr>
              <p:cNvSpPr txBox="1"/>
              <p:nvPr/>
            </p:nvSpPr>
            <p:spPr>
              <a:xfrm>
                <a:off x="287706" y="2013510"/>
                <a:ext cx="1524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Input embeddings</a:t>
                </a:r>
              </a:p>
            </p:txBody>
          </p:sp>
          <p:graphicFrame>
            <p:nvGraphicFramePr>
              <p:cNvPr id="17" name="Content Placeholder 4">
                <a:extLst>
                  <a:ext uri="{FF2B5EF4-FFF2-40B4-BE49-F238E27FC236}">
                    <a16:creationId xmlns:a16="http://schemas.microsoft.com/office/drawing/2014/main" id="{518BB85D-21B0-2DE1-F61F-88F7509265F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9547" y="2606172"/>
              <a:ext cx="2061635" cy="1439515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412327">
                      <a:extLst>
                        <a:ext uri="{9D8B030D-6E8A-4147-A177-3AD203B41FA5}">
                          <a16:colId xmlns:a16="http://schemas.microsoft.com/office/drawing/2014/main" val="116916505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858692082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1217996601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1242521241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3847871238"/>
                        </a:ext>
                      </a:extLst>
                    </a:gridCol>
                  </a:tblGrid>
                  <a:tr h="287903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599091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31161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2967676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6587743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4228111"/>
                      </a:ext>
                    </a:extLst>
                  </a:tr>
                </a:tbl>
              </a:graphicData>
            </a:graphic>
          </p:graphicFrame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D5E8AB3-AE31-43CD-5009-2AF6D4D2B653}"/>
                </a:ext>
              </a:extLst>
            </p:cNvPr>
            <p:cNvGrpSpPr/>
            <p:nvPr/>
          </p:nvGrpSpPr>
          <p:grpSpPr>
            <a:xfrm>
              <a:off x="10080889" y="2367928"/>
              <a:ext cx="2061635" cy="2032177"/>
              <a:chOff x="89547" y="2013510"/>
              <a:chExt cx="2061635" cy="2032177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A689375-AD95-C891-3222-FDD981755647}"/>
                  </a:ext>
                </a:extLst>
              </p:cNvPr>
              <p:cNvSpPr txBox="1"/>
              <p:nvPr/>
            </p:nvSpPr>
            <p:spPr>
              <a:xfrm>
                <a:off x="287706" y="2013510"/>
                <a:ext cx="15240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Output embeddings</a:t>
                </a:r>
              </a:p>
            </p:txBody>
          </p:sp>
          <p:graphicFrame>
            <p:nvGraphicFramePr>
              <p:cNvPr id="70" name="Content Placeholder 4">
                <a:extLst>
                  <a:ext uri="{FF2B5EF4-FFF2-40B4-BE49-F238E27FC236}">
                    <a16:creationId xmlns:a16="http://schemas.microsoft.com/office/drawing/2014/main" id="{5D44CBA1-ACD9-C82D-0629-4D6BBF5D952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9547" y="2606172"/>
              <a:ext cx="2061635" cy="1439515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412327">
                      <a:extLst>
                        <a:ext uri="{9D8B030D-6E8A-4147-A177-3AD203B41FA5}">
                          <a16:colId xmlns:a16="http://schemas.microsoft.com/office/drawing/2014/main" val="116916505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858692082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1217996601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1242521241"/>
                        </a:ext>
                      </a:extLst>
                    </a:gridCol>
                    <a:gridCol w="412327">
                      <a:extLst>
                        <a:ext uri="{9D8B030D-6E8A-4147-A177-3AD203B41FA5}">
                          <a16:colId xmlns:a16="http://schemas.microsoft.com/office/drawing/2014/main" val="3847871238"/>
                        </a:ext>
                      </a:extLst>
                    </a:gridCol>
                  </a:tblGrid>
                  <a:tr h="287903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599091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31161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2967676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6587743"/>
                      </a:ext>
                    </a:extLst>
                  </a:tr>
                  <a:tr h="287903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4228111"/>
                      </a:ext>
                    </a:extLst>
                  </a:tr>
                </a:tbl>
              </a:graphicData>
            </a:graphic>
          </p:graphicFrame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3910A8E-A339-CDF5-0D6B-34249355CFE6}"/>
                </a:ext>
              </a:extLst>
            </p:cNvPr>
            <p:cNvGrpSpPr/>
            <p:nvPr/>
          </p:nvGrpSpPr>
          <p:grpSpPr>
            <a:xfrm>
              <a:off x="2105669" y="2805818"/>
              <a:ext cx="7993138" cy="1741970"/>
              <a:chOff x="2105669" y="2805818"/>
              <a:chExt cx="7993138" cy="1741970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A29F3371-64A2-C2EE-BC4E-7D88FF120AB5}"/>
                  </a:ext>
                </a:extLst>
              </p:cNvPr>
              <p:cNvGrpSpPr/>
              <p:nvPr/>
            </p:nvGrpSpPr>
            <p:grpSpPr>
              <a:xfrm>
                <a:off x="2105669" y="2805818"/>
                <a:ext cx="7564629" cy="1741970"/>
                <a:chOff x="2565854" y="2805818"/>
                <a:chExt cx="7564629" cy="1741970"/>
              </a:xfrm>
            </p:grpSpPr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0B2C8F46-37F5-EDDE-7CF5-3A30A9388A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65854" y="3669713"/>
                  <a:ext cx="429940" cy="7090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8F3731E0-F1E0-557F-5039-31C82AF9A9E1}"/>
                    </a:ext>
                  </a:extLst>
                </p:cNvPr>
                <p:cNvGrpSpPr/>
                <p:nvPr/>
              </p:nvGrpSpPr>
              <p:grpSpPr>
                <a:xfrm>
                  <a:off x="2982432" y="2812908"/>
                  <a:ext cx="887819" cy="1727791"/>
                  <a:chOff x="2982432" y="2812908"/>
                  <a:chExt cx="1249325" cy="1727791"/>
                </a:xfrm>
              </p:grpSpPr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0E039C41-45B8-DC1B-3CB4-B4CED764AD58}"/>
                      </a:ext>
                    </a:extLst>
                  </p:cNvPr>
                  <p:cNvSpPr/>
                  <p:nvPr/>
                </p:nvSpPr>
                <p:spPr>
                  <a:xfrm>
                    <a:off x="2982432" y="2812908"/>
                    <a:ext cx="1249325" cy="1727791"/>
                  </a:xfrm>
                  <a:prstGeom prst="round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20EB642-1A8D-EAC4-8661-0B47B60C7074}"/>
                      </a:ext>
                    </a:extLst>
                  </p:cNvPr>
                  <p:cNvSpPr txBox="1"/>
                  <p:nvPr/>
                </p:nvSpPr>
                <p:spPr>
                  <a:xfrm>
                    <a:off x="3316044" y="2964678"/>
                    <a:ext cx="800219" cy="1431884"/>
                  </a:xfrm>
                  <a:prstGeom prst="rect">
                    <a:avLst/>
                  </a:prstGeom>
                  <a:noFill/>
                </p:spPr>
                <p:txBody>
                  <a:bodyPr vert="vert" wrap="square" rtlCol="0">
                    <a:spAutoFit/>
                  </a:bodyPr>
                  <a:lstStyle/>
                  <a:p>
                    <a:pPr algn="ctr"/>
                    <a:r>
                      <a:rPr lang="en-GB" sz="2000" dirty="0"/>
                      <a:t>Transformer Block</a:t>
                    </a:r>
                  </a:p>
                </p:txBody>
              </p: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140861CB-4ACB-11BB-5FAA-4C8CEF83F6A9}"/>
                    </a:ext>
                  </a:extLst>
                </p:cNvPr>
                <p:cNvGrpSpPr/>
                <p:nvPr/>
              </p:nvGrpSpPr>
              <p:grpSpPr>
                <a:xfrm>
                  <a:off x="4235304" y="2805818"/>
                  <a:ext cx="887819" cy="1727791"/>
                  <a:chOff x="2982432" y="2812908"/>
                  <a:chExt cx="1249325" cy="1727791"/>
                </a:xfrm>
              </p:grpSpPr>
              <p:sp>
                <p:nvSpPr>
                  <p:cNvPr id="23" name="Rectangle: Rounded Corners 22">
                    <a:extLst>
                      <a:ext uri="{FF2B5EF4-FFF2-40B4-BE49-F238E27FC236}">
                        <a16:creationId xmlns:a16="http://schemas.microsoft.com/office/drawing/2014/main" id="{438A1B2A-68F6-6CED-48D4-BD72AABE1FAE}"/>
                      </a:ext>
                    </a:extLst>
                  </p:cNvPr>
                  <p:cNvSpPr/>
                  <p:nvPr/>
                </p:nvSpPr>
                <p:spPr>
                  <a:xfrm>
                    <a:off x="2982432" y="2812908"/>
                    <a:ext cx="1249325" cy="1727791"/>
                  </a:xfrm>
                  <a:prstGeom prst="round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B673975-B6AA-18F3-3472-6E6F0A2EED57}"/>
                      </a:ext>
                    </a:extLst>
                  </p:cNvPr>
                  <p:cNvSpPr txBox="1"/>
                  <p:nvPr/>
                </p:nvSpPr>
                <p:spPr>
                  <a:xfrm>
                    <a:off x="3316044" y="2964678"/>
                    <a:ext cx="800219" cy="1431884"/>
                  </a:xfrm>
                  <a:prstGeom prst="rect">
                    <a:avLst/>
                  </a:prstGeom>
                  <a:noFill/>
                </p:spPr>
                <p:txBody>
                  <a:bodyPr vert="vert" wrap="square" rtlCol="0">
                    <a:spAutoFit/>
                  </a:bodyPr>
                  <a:lstStyle/>
                  <a:p>
                    <a:pPr algn="ctr"/>
                    <a:r>
                      <a:rPr lang="en-GB" sz="2000" dirty="0"/>
                      <a:t>Transformer Block</a:t>
                    </a:r>
                  </a:p>
                </p:txBody>
              </p:sp>
            </p:grp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FD0FB825-1107-A92F-AC34-ECEED674DB22}"/>
                    </a:ext>
                  </a:extLst>
                </p:cNvPr>
                <p:cNvGrpSpPr/>
                <p:nvPr/>
              </p:nvGrpSpPr>
              <p:grpSpPr>
                <a:xfrm>
                  <a:off x="5487568" y="2811135"/>
                  <a:ext cx="887819" cy="1727791"/>
                  <a:chOff x="2982432" y="2812908"/>
                  <a:chExt cx="1249325" cy="1727791"/>
                </a:xfrm>
              </p:grpSpPr>
              <p:sp>
                <p:nvSpPr>
                  <p:cNvPr id="26" name="Rectangle: Rounded Corners 25">
                    <a:extLst>
                      <a:ext uri="{FF2B5EF4-FFF2-40B4-BE49-F238E27FC236}">
                        <a16:creationId xmlns:a16="http://schemas.microsoft.com/office/drawing/2014/main" id="{FFE16D10-9549-1D7F-6F3D-D6B8F2CAC800}"/>
                      </a:ext>
                    </a:extLst>
                  </p:cNvPr>
                  <p:cNvSpPr/>
                  <p:nvPr/>
                </p:nvSpPr>
                <p:spPr>
                  <a:xfrm>
                    <a:off x="2982432" y="2812908"/>
                    <a:ext cx="1249325" cy="1727791"/>
                  </a:xfrm>
                  <a:prstGeom prst="round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D75C9A1-32BB-8247-6CA7-57711E83386F}"/>
                      </a:ext>
                    </a:extLst>
                  </p:cNvPr>
                  <p:cNvSpPr txBox="1"/>
                  <p:nvPr/>
                </p:nvSpPr>
                <p:spPr>
                  <a:xfrm>
                    <a:off x="3316044" y="2964678"/>
                    <a:ext cx="800219" cy="1431884"/>
                  </a:xfrm>
                  <a:prstGeom prst="rect">
                    <a:avLst/>
                  </a:prstGeom>
                  <a:noFill/>
                </p:spPr>
                <p:txBody>
                  <a:bodyPr vert="vert" wrap="square" rtlCol="0">
                    <a:spAutoFit/>
                  </a:bodyPr>
                  <a:lstStyle/>
                  <a:p>
                    <a:pPr algn="ctr"/>
                    <a:r>
                      <a:rPr lang="en-GB" sz="2000" dirty="0"/>
                      <a:t>Transformer Block</a:t>
                    </a:r>
                  </a:p>
                </p:txBody>
              </p: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E4339659-DB39-459E-FC44-946F7FA9D0B8}"/>
                    </a:ext>
                  </a:extLst>
                </p:cNvPr>
                <p:cNvGrpSpPr/>
                <p:nvPr/>
              </p:nvGrpSpPr>
              <p:grpSpPr>
                <a:xfrm>
                  <a:off x="6744738" y="2816451"/>
                  <a:ext cx="887819" cy="1727791"/>
                  <a:chOff x="2982432" y="2812908"/>
                  <a:chExt cx="1249325" cy="1727791"/>
                </a:xfrm>
              </p:grpSpPr>
              <p:sp>
                <p:nvSpPr>
                  <p:cNvPr id="31" name="Rectangle: Rounded Corners 30">
                    <a:extLst>
                      <a:ext uri="{FF2B5EF4-FFF2-40B4-BE49-F238E27FC236}">
                        <a16:creationId xmlns:a16="http://schemas.microsoft.com/office/drawing/2014/main" id="{400D01E4-2DA5-40C7-8C12-599569D71D11}"/>
                      </a:ext>
                    </a:extLst>
                  </p:cNvPr>
                  <p:cNvSpPr/>
                  <p:nvPr/>
                </p:nvSpPr>
                <p:spPr>
                  <a:xfrm>
                    <a:off x="2982432" y="2812908"/>
                    <a:ext cx="1249325" cy="1727791"/>
                  </a:xfrm>
                  <a:prstGeom prst="round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CE967CF6-7A32-C524-A010-0EFAF77EAE00}"/>
                      </a:ext>
                    </a:extLst>
                  </p:cNvPr>
                  <p:cNvSpPr txBox="1"/>
                  <p:nvPr/>
                </p:nvSpPr>
                <p:spPr>
                  <a:xfrm>
                    <a:off x="3316044" y="2964678"/>
                    <a:ext cx="800219" cy="1431884"/>
                  </a:xfrm>
                  <a:prstGeom prst="rect">
                    <a:avLst/>
                  </a:prstGeom>
                  <a:noFill/>
                </p:spPr>
                <p:txBody>
                  <a:bodyPr vert="vert" wrap="square" rtlCol="0">
                    <a:spAutoFit/>
                  </a:bodyPr>
                  <a:lstStyle/>
                  <a:p>
                    <a:pPr algn="ctr"/>
                    <a:r>
                      <a:rPr lang="en-GB" sz="2000" dirty="0"/>
                      <a:t>Transformer Block</a:t>
                    </a:r>
                  </a:p>
                </p:txBody>
              </p:sp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68352452-D67E-AA3C-3D42-B421C52AF9FD}"/>
                    </a:ext>
                  </a:extLst>
                </p:cNvPr>
                <p:cNvGrpSpPr/>
                <p:nvPr/>
              </p:nvGrpSpPr>
              <p:grpSpPr>
                <a:xfrm>
                  <a:off x="7999242" y="2816453"/>
                  <a:ext cx="887819" cy="1727791"/>
                  <a:chOff x="2982432" y="2812908"/>
                  <a:chExt cx="1249325" cy="1727791"/>
                </a:xfrm>
              </p:grpSpPr>
              <p:sp>
                <p:nvSpPr>
                  <p:cNvPr id="34" name="Rectangle: Rounded Corners 33">
                    <a:extLst>
                      <a:ext uri="{FF2B5EF4-FFF2-40B4-BE49-F238E27FC236}">
                        <a16:creationId xmlns:a16="http://schemas.microsoft.com/office/drawing/2014/main" id="{219F881A-D7B6-B0E9-46A7-1A223E6651C0}"/>
                      </a:ext>
                    </a:extLst>
                  </p:cNvPr>
                  <p:cNvSpPr/>
                  <p:nvPr/>
                </p:nvSpPr>
                <p:spPr>
                  <a:xfrm>
                    <a:off x="2982432" y="2812908"/>
                    <a:ext cx="1249325" cy="1727791"/>
                  </a:xfrm>
                  <a:prstGeom prst="round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15E2985C-BC9D-8856-B87A-9C52181453BD}"/>
                      </a:ext>
                    </a:extLst>
                  </p:cNvPr>
                  <p:cNvSpPr txBox="1"/>
                  <p:nvPr/>
                </p:nvSpPr>
                <p:spPr>
                  <a:xfrm>
                    <a:off x="3316044" y="2964678"/>
                    <a:ext cx="800219" cy="1431884"/>
                  </a:xfrm>
                  <a:prstGeom prst="rect">
                    <a:avLst/>
                  </a:prstGeom>
                  <a:noFill/>
                </p:spPr>
                <p:txBody>
                  <a:bodyPr vert="vert" wrap="square" rtlCol="0">
                    <a:spAutoFit/>
                  </a:bodyPr>
                  <a:lstStyle/>
                  <a:p>
                    <a:pPr algn="ctr"/>
                    <a:r>
                      <a:rPr lang="en-GB" sz="2000" dirty="0"/>
                      <a:t>Transformer Block</a:t>
                    </a:r>
                  </a:p>
                </p:txBody>
              </p:sp>
            </p:grp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B334DF0A-DD25-D49C-B05F-09306D0D12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4158" y="3671486"/>
                  <a:ext cx="360000" cy="1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EDE07FE4-D091-13EF-85CB-8D12FFDC30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21168" y="3670162"/>
                  <a:ext cx="360000" cy="1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27B5E66A-C899-5577-CA24-EDFB3A350F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81437" y="3671491"/>
                  <a:ext cx="360000" cy="1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9764E11A-D801-4012-2C80-ABF3230F18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33750" y="3670167"/>
                  <a:ext cx="360000" cy="1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848C40CC-7B3B-71E7-BA3B-CF3F6E0E9682}"/>
                    </a:ext>
                  </a:extLst>
                </p:cNvPr>
                <p:cNvGrpSpPr/>
                <p:nvPr/>
              </p:nvGrpSpPr>
              <p:grpSpPr>
                <a:xfrm>
                  <a:off x="9242664" y="2819997"/>
                  <a:ext cx="887819" cy="1727791"/>
                  <a:chOff x="2982432" y="2812908"/>
                  <a:chExt cx="1249325" cy="1727791"/>
                </a:xfrm>
              </p:grpSpPr>
              <p:sp>
                <p:nvSpPr>
                  <p:cNvPr id="55" name="Rectangle: Rounded Corners 54">
                    <a:extLst>
                      <a:ext uri="{FF2B5EF4-FFF2-40B4-BE49-F238E27FC236}">
                        <a16:creationId xmlns:a16="http://schemas.microsoft.com/office/drawing/2014/main" id="{E27731D2-1BBC-1CDD-4480-D3E3DC00C9DC}"/>
                      </a:ext>
                    </a:extLst>
                  </p:cNvPr>
                  <p:cNvSpPr/>
                  <p:nvPr/>
                </p:nvSpPr>
                <p:spPr>
                  <a:xfrm>
                    <a:off x="2982432" y="2812908"/>
                    <a:ext cx="1249325" cy="1727791"/>
                  </a:xfrm>
                  <a:prstGeom prst="round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47B9C03E-913A-2EC5-A9C0-33836B0F381C}"/>
                      </a:ext>
                    </a:extLst>
                  </p:cNvPr>
                  <p:cNvSpPr txBox="1"/>
                  <p:nvPr/>
                </p:nvSpPr>
                <p:spPr>
                  <a:xfrm>
                    <a:off x="3316044" y="2964678"/>
                    <a:ext cx="800219" cy="1431884"/>
                  </a:xfrm>
                  <a:prstGeom prst="rect">
                    <a:avLst/>
                  </a:prstGeom>
                  <a:noFill/>
                </p:spPr>
                <p:txBody>
                  <a:bodyPr vert="vert" wrap="square" rtlCol="0">
                    <a:spAutoFit/>
                  </a:bodyPr>
                  <a:lstStyle/>
                  <a:p>
                    <a:pPr algn="ctr"/>
                    <a:r>
                      <a:rPr lang="en-GB" sz="2000" dirty="0"/>
                      <a:t>Transformer Block</a:t>
                    </a:r>
                  </a:p>
                </p:txBody>
              </p:sp>
            </p:grp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FD329F21-CE3E-BB14-968C-4C0421555A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81525" y="3670167"/>
                  <a:ext cx="360000" cy="1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A27989DD-90EF-5076-9580-9087867BE8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68867" y="3668023"/>
                <a:ext cx="429940" cy="709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932331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5C6D46-E6F4-94A5-D94E-B720CC7A4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199D-60E0-3845-E329-190B37E4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Back to predicting the next word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E17DF-D04B-7F56-3A14-E48106D47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Back to our goal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AE03B-66EB-9769-9679-6AF47B8A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8339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F77CC-700C-9716-0FA9-8CA832F4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C667-8A21-8B85-694A-C7F5B731B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13" y="534595"/>
            <a:ext cx="10515600" cy="930275"/>
          </a:xfrm>
        </p:spPr>
        <p:txBody>
          <a:bodyPr>
            <a:normAutofit fontScale="90000"/>
          </a:bodyPr>
          <a:lstStyle/>
          <a:p>
            <a:r>
              <a:rPr lang="en-GB" dirty="0"/>
              <a:t>Predicting the next word from context embeddings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3E0B797-EABF-2469-395D-548416EC41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1362897"/>
              </p:ext>
            </p:extLst>
          </p:nvPr>
        </p:nvGraphicFramePr>
        <p:xfrm>
          <a:off x="1230085" y="1502923"/>
          <a:ext cx="4231820" cy="1854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46364">
                  <a:extLst>
                    <a:ext uri="{9D8B030D-6E8A-4147-A177-3AD203B41FA5}">
                      <a16:colId xmlns:a16="http://schemas.microsoft.com/office/drawing/2014/main" val="116916505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858692082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1217996601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1242521241"/>
                    </a:ext>
                  </a:extLst>
                </a:gridCol>
                <a:gridCol w="846364">
                  <a:extLst>
                    <a:ext uri="{9D8B030D-6E8A-4147-A177-3AD203B41FA5}">
                      <a16:colId xmlns:a16="http://schemas.microsoft.com/office/drawing/2014/main" val="3847871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59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31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967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58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2281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56A05-AC0F-9D11-C357-F41C3AB9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56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C79B9E-3ACA-1409-3D9D-61BFD97A1499}"/>
              </a:ext>
            </a:extLst>
          </p:cNvPr>
          <p:cNvGrpSpPr/>
          <p:nvPr/>
        </p:nvGrpSpPr>
        <p:grpSpPr>
          <a:xfrm>
            <a:off x="5562597" y="1876025"/>
            <a:ext cx="4735293" cy="1107996"/>
            <a:chOff x="4936670" y="2431534"/>
            <a:chExt cx="4735293" cy="110799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09B7BE7-9B4A-65FB-F9C0-3A5C6C283811}"/>
                </a:ext>
              </a:extLst>
            </p:cNvPr>
            <p:cNvSpPr txBox="1"/>
            <p:nvPr/>
          </p:nvSpPr>
          <p:spPr>
            <a:xfrm>
              <a:off x="5338086" y="2457103"/>
              <a:ext cx="3124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Predict the next word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96CC9273-52E5-A68E-A729-F87FACCCF14E}"/>
                </a:ext>
              </a:extLst>
            </p:cNvPr>
            <p:cNvSpPr/>
            <p:nvPr/>
          </p:nvSpPr>
          <p:spPr>
            <a:xfrm>
              <a:off x="4936670" y="2917896"/>
              <a:ext cx="3777343" cy="27214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1CDA55-CE77-374B-B5D8-04A4F916F0F5}"/>
                </a:ext>
              </a:extLst>
            </p:cNvPr>
            <p:cNvSpPr txBox="1"/>
            <p:nvPr/>
          </p:nvSpPr>
          <p:spPr>
            <a:xfrm>
              <a:off x="8909963" y="2431534"/>
              <a:ext cx="7620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600" dirty="0"/>
                <a:t>?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34016CD-355C-0458-9700-2399AC3F3FF5}"/>
              </a:ext>
            </a:extLst>
          </p:cNvPr>
          <p:cNvSpPr txBox="1"/>
          <p:nvPr/>
        </p:nvSpPr>
        <p:spPr>
          <a:xfrm>
            <a:off x="5739490" y="2593219"/>
            <a:ext cx="3423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Input vector from preceding token into multi-class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61937F-D5EA-DF8E-3376-3039098321FF}"/>
                  </a:ext>
                </a:extLst>
              </p:cNvPr>
              <p:cNvSpPr txBox="1"/>
              <p:nvPr/>
            </p:nvSpPr>
            <p:spPr>
              <a:xfrm>
                <a:off x="384787" y="3591539"/>
                <a:ext cx="11544301" cy="3318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Use </a:t>
                </a:r>
                <a:r>
                  <a:rPr lang="en-GB" sz="2400" dirty="0" err="1"/>
                  <a:t>softmax</a:t>
                </a:r>
                <a:r>
                  <a:rPr lang="en-GB" sz="2400" dirty="0"/>
                  <a:t> to compute probabilities of each word in our vocabulary given the context embedding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bar>
                  </m:oMath>
                </a14:m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word</m:t>
                        </m:r>
                        <m:r>
                          <m:rPr>
                            <m:nor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m:rPr>
                            <m:nor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context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embedding</m:t>
                        </m:r>
                        <m:r>
                          <m:rPr>
                            <m:nor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vector</m:t>
                        </m:r>
                        <m:r>
                          <m:rPr>
                            <m:nor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bar>
                          <m:bar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ba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  <m:bar>
                              <m:bar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bar>
                          </m:e>
                        </m:d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/>
                          <m:e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d>
                              <m:d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bar>
                                      <m:bar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ba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bSup>
                                <m:bar>
                                  <m:bar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bar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We learn the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ba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400" dirty="0"/>
                  <a:t> as part of the model training </a:t>
                </a: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61937F-D5EA-DF8E-3376-303909832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87" y="3591539"/>
                <a:ext cx="11544301" cy="3318986"/>
              </a:xfrm>
              <a:prstGeom prst="rect">
                <a:avLst/>
              </a:prstGeom>
              <a:blipFill>
                <a:blip r:embed="rId3"/>
                <a:stretch>
                  <a:fillRect l="-686" t="-14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742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E73B-CCD7-06D0-168D-EA0E7EC5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EEBCC-3D43-8A7B-37A2-B04DE6F8B8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5636" y="1602219"/>
                <a:ext cx="11194473" cy="4803775"/>
              </a:xfrm>
            </p:spPr>
            <p:txBody>
              <a:bodyPr/>
              <a:lstStyle/>
              <a:p>
                <a:r>
                  <a:rPr lang="en-GB" dirty="0"/>
                  <a:t>We have a model that calculates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word</m:t>
                        </m:r>
                        <m:r>
                          <m:rPr>
                            <m:nor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m:rPr>
                            <m:nor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preceding</m:t>
                        </m:r>
                        <m:r>
                          <m:rPr>
                            <m:nor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context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; </m:t>
                        </m:r>
                        <m:bar>
                          <m:bar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bar>
                      </m:e>
                    </m:d>
                  </m:oMath>
                </a14:m>
                <a:endParaRPr lang="en-GB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bar>
                  </m:oMath>
                </a14:m>
                <a:r>
                  <a:rPr lang="en-GB" dirty="0"/>
                  <a:t> = Model parameters, e.g. query &amp; key projection matrices, NN-parameters, etc.</a:t>
                </a:r>
              </a:p>
              <a:p>
                <a:pPr marL="457200" lvl="1" indent="0">
                  <a:buNone/>
                </a:pPr>
                <a:endParaRPr lang="en-GB" dirty="0"/>
              </a:p>
              <a:p>
                <a:r>
                  <a:rPr lang="en-GB" dirty="0"/>
                  <a:t>We have lots of training data – large text corpora from internet</a:t>
                </a:r>
              </a:p>
              <a:p>
                <a:endParaRPr lang="en-GB" dirty="0"/>
              </a:p>
              <a:p>
                <a:r>
                  <a:rPr lang="en-GB" dirty="0"/>
                  <a:t>Minimize the cross-entropy: </a:t>
                </a:r>
              </a:p>
              <a:p>
                <a:pPr marL="457200" lvl="1" indent="0">
                  <a:buNone/>
                </a:pPr>
                <a:endParaRPr lang="en-GB" sz="2000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EEBCC-3D43-8A7B-37A2-B04DE6F8B8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5636" y="1602219"/>
                <a:ext cx="11194473" cy="4803775"/>
              </a:xfrm>
              <a:blipFill>
                <a:blip r:embed="rId3"/>
                <a:stretch>
                  <a:fillRect l="-980" t="-1523" r="-3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3418E-3C5D-D751-E7E9-11136767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57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F3CD05-C45C-8BCB-95D5-536BCD24F47D}"/>
                  </a:ext>
                </a:extLst>
              </p:cNvPr>
              <p:cNvSpPr txBox="1"/>
              <p:nvPr/>
            </p:nvSpPr>
            <p:spPr>
              <a:xfrm>
                <a:off x="2335357" y="4641497"/>
                <a:ext cx="6803081" cy="1657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 b="0" i="0" smtClean="0"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nor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preceding</m:t>
                                  </m:r>
                                  <m:r>
                                    <m:rPr>
                                      <m:nor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context</m:t>
                                  </m:r>
                                </m:e>
                              </m:d>
                            </m:e>
                          </m:nary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acc>
                                <m:accPr>
                                  <m:chr m:val="̂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 b="0" i="0" smtClean="0"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nor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preceding</m:t>
                                  </m:r>
                                  <m:r>
                                    <m:rPr>
                                      <m:nor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context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acc>
                                <m:accPr>
                                  <m:chr m:val="̂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Observed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word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at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position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preceding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context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F3CD05-C45C-8BCB-95D5-536BCD24F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357" y="4641497"/>
                <a:ext cx="6803081" cy="1657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32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4900D-5F68-E124-259B-155ACAB71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14815-5F7A-DD85-6AFE-0726ADE0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471" y="481615"/>
            <a:ext cx="10515600" cy="930275"/>
          </a:xfrm>
        </p:spPr>
        <p:txBody>
          <a:bodyPr>
            <a:normAutofit fontScale="90000"/>
          </a:bodyPr>
          <a:lstStyle/>
          <a:p>
            <a:r>
              <a:rPr lang="en-GB" dirty="0"/>
              <a:t>Predicting the next word from context embeddings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43277E-6E81-14FA-A0B2-1BABE71F27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9329675"/>
              </p:ext>
            </p:extLst>
          </p:nvPr>
        </p:nvGraphicFramePr>
        <p:xfrm>
          <a:off x="1387929" y="1546468"/>
          <a:ext cx="2890160" cy="152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78032">
                  <a:extLst>
                    <a:ext uri="{9D8B030D-6E8A-4147-A177-3AD203B41FA5}">
                      <a16:colId xmlns:a16="http://schemas.microsoft.com/office/drawing/2014/main" val="116916505"/>
                    </a:ext>
                  </a:extLst>
                </a:gridCol>
                <a:gridCol w="578032">
                  <a:extLst>
                    <a:ext uri="{9D8B030D-6E8A-4147-A177-3AD203B41FA5}">
                      <a16:colId xmlns:a16="http://schemas.microsoft.com/office/drawing/2014/main" val="858692082"/>
                    </a:ext>
                  </a:extLst>
                </a:gridCol>
                <a:gridCol w="578032">
                  <a:extLst>
                    <a:ext uri="{9D8B030D-6E8A-4147-A177-3AD203B41FA5}">
                      <a16:colId xmlns:a16="http://schemas.microsoft.com/office/drawing/2014/main" val="1217996601"/>
                    </a:ext>
                  </a:extLst>
                </a:gridCol>
                <a:gridCol w="578032">
                  <a:extLst>
                    <a:ext uri="{9D8B030D-6E8A-4147-A177-3AD203B41FA5}">
                      <a16:colId xmlns:a16="http://schemas.microsoft.com/office/drawing/2014/main" val="1242521241"/>
                    </a:ext>
                  </a:extLst>
                </a:gridCol>
                <a:gridCol w="578032">
                  <a:extLst>
                    <a:ext uri="{9D8B030D-6E8A-4147-A177-3AD203B41FA5}">
                      <a16:colId xmlns:a16="http://schemas.microsoft.com/office/drawing/2014/main" val="3847871238"/>
                    </a:ext>
                  </a:extLst>
                </a:gridCol>
              </a:tblGrid>
              <a:tr h="256622"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599091"/>
                  </a:ext>
                </a:extLst>
              </a:tr>
              <a:tr h="25662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31161"/>
                  </a:ext>
                </a:extLst>
              </a:tr>
              <a:tr h="25662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967676"/>
                  </a:ext>
                </a:extLst>
              </a:tr>
              <a:tr h="25662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587743"/>
                  </a:ext>
                </a:extLst>
              </a:tr>
              <a:tr h="25662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2281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7C2DF-9658-DBB3-6CA9-8CAEC8A0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58</a:t>
            </a:fld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D8EFD65-B2E9-8D0C-9C6A-016B339C8E22}"/>
              </a:ext>
            </a:extLst>
          </p:cNvPr>
          <p:cNvSpPr/>
          <p:nvPr/>
        </p:nvSpPr>
        <p:spPr>
          <a:xfrm>
            <a:off x="4356992" y="2154062"/>
            <a:ext cx="639556" cy="2721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The provided text appears to be a bar chart or a probability distribution, showing the likelihood of certain words appearing in a given context.&#10;&#10;AI-generated content may be incorrect.">
            <a:extLst>
              <a:ext uri="{FF2B5EF4-FFF2-40B4-BE49-F238E27FC236}">
                <a16:creationId xmlns:a16="http://schemas.microsoft.com/office/drawing/2014/main" id="{092219B4-E11B-8100-8974-261E02B6A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439" y="1379609"/>
            <a:ext cx="3063517" cy="1841369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BB3B0C99-482B-66EF-E4E2-308F349ED3FF}"/>
              </a:ext>
            </a:extLst>
          </p:cNvPr>
          <p:cNvGrpSpPr/>
          <p:nvPr/>
        </p:nvGrpSpPr>
        <p:grpSpPr>
          <a:xfrm>
            <a:off x="8199673" y="1981415"/>
            <a:ext cx="1951687" cy="584775"/>
            <a:chOff x="8199673" y="1981415"/>
            <a:chExt cx="1951687" cy="58477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061FCAC-3F80-810F-4DD0-E2604D117963}"/>
                </a:ext>
              </a:extLst>
            </p:cNvPr>
            <p:cNvSpPr txBox="1"/>
            <p:nvPr/>
          </p:nvSpPr>
          <p:spPr>
            <a:xfrm>
              <a:off x="8904946" y="1981415"/>
              <a:ext cx="12464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dirty="0"/>
                <a:t>“mat”</a:t>
              </a: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C92282E4-2800-0825-92B2-E8813C8106D3}"/>
                </a:ext>
              </a:extLst>
            </p:cNvPr>
            <p:cNvSpPr/>
            <p:nvPr/>
          </p:nvSpPr>
          <p:spPr>
            <a:xfrm>
              <a:off x="8199673" y="2137732"/>
              <a:ext cx="639556" cy="27214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49626B5-802D-1752-05F6-4B258D483B82}"/>
              </a:ext>
            </a:extLst>
          </p:cNvPr>
          <p:cNvGrpSpPr/>
          <p:nvPr/>
        </p:nvGrpSpPr>
        <p:grpSpPr>
          <a:xfrm>
            <a:off x="3006122" y="3804625"/>
            <a:ext cx="9098798" cy="1841370"/>
            <a:chOff x="3006122" y="3804625"/>
            <a:chExt cx="9098798" cy="184137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EF0662F-80ED-E1C6-2806-C079940BC198}"/>
                </a:ext>
              </a:extLst>
            </p:cNvPr>
            <p:cNvGrpSpPr/>
            <p:nvPr/>
          </p:nvGrpSpPr>
          <p:grpSpPr>
            <a:xfrm>
              <a:off x="3006122" y="3804625"/>
              <a:ext cx="9098798" cy="1841370"/>
              <a:chOff x="3006122" y="3804625"/>
              <a:chExt cx="9098798" cy="1841370"/>
            </a:xfrm>
          </p:grpSpPr>
          <p:sp>
            <p:nvSpPr>
              <p:cNvPr id="19" name="Arrow: Right 18">
                <a:extLst>
                  <a:ext uri="{FF2B5EF4-FFF2-40B4-BE49-F238E27FC236}">
                    <a16:creationId xmlns:a16="http://schemas.microsoft.com/office/drawing/2014/main" id="{2B256FF6-A5BB-02FC-DCBD-3842F3D91E33}"/>
                  </a:ext>
                </a:extLst>
              </p:cNvPr>
              <p:cNvSpPr/>
              <p:nvPr/>
            </p:nvSpPr>
            <p:spPr>
              <a:xfrm>
                <a:off x="3006122" y="4610809"/>
                <a:ext cx="471862" cy="27214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D8182A26-C73F-A5CA-CED6-F1BC72F96F9E}"/>
                  </a:ext>
                </a:extLst>
              </p:cNvPr>
              <p:cNvSpPr/>
              <p:nvPr/>
            </p:nvSpPr>
            <p:spPr>
              <a:xfrm>
                <a:off x="3524858" y="4031692"/>
                <a:ext cx="1656729" cy="1432342"/>
              </a:xfrm>
              <a:prstGeom prst="roundRect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dirty="0">
                    <a:solidFill>
                      <a:schemeClr val="tx1"/>
                    </a:solidFill>
                  </a:rPr>
                  <a:t>Transformer Model</a:t>
                </a:r>
              </a:p>
            </p:txBody>
          </p:sp>
          <p:sp>
            <p:nvSpPr>
              <p:cNvPr id="21" name="Arrow: Right 20">
                <a:extLst>
                  <a:ext uri="{FF2B5EF4-FFF2-40B4-BE49-F238E27FC236}">
                    <a16:creationId xmlns:a16="http://schemas.microsoft.com/office/drawing/2014/main" id="{5353C8BF-C644-B9BA-D8C3-06089EA3AAF6}"/>
                  </a:ext>
                </a:extLst>
              </p:cNvPr>
              <p:cNvSpPr/>
              <p:nvPr/>
            </p:nvSpPr>
            <p:spPr>
              <a:xfrm>
                <a:off x="5236015" y="4589239"/>
                <a:ext cx="413669" cy="27214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25" name="Content Placeholder 4">
                <a:extLst>
                  <a:ext uri="{FF2B5EF4-FFF2-40B4-BE49-F238E27FC236}">
                    <a16:creationId xmlns:a16="http://schemas.microsoft.com/office/drawing/2014/main" id="{3BB0CB69-5DDE-4EF9-B7CF-3A115093079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19580928"/>
                  </p:ext>
                </p:extLst>
              </p:nvPr>
            </p:nvGraphicFramePr>
            <p:xfrm>
              <a:off x="5698706" y="3973992"/>
              <a:ext cx="2890160" cy="1524000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578032">
                      <a:extLst>
                        <a:ext uri="{9D8B030D-6E8A-4147-A177-3AD203B41FA5}">
                          <a16:colId xmlns:a16="http://schemas.microsoft.com/office/drawing/2014/main" val="116916505"/>
                        </a:ext>
                      </a:extLst>
                    </a:gridCol>
                    <a:gridCol w="578032">
                      <a:extLst>
                        <a:ext uri="{9D8B030D-6E8A-4147-A177-3AD203B41FA5}">
                          <a16:colId xmlns:a16="http://schemas.microsoft.com/office/drawing/2014/main" val="858692082"/>
                        </a:ext>
                      </a:extLst>
                    </a:gridCol>
                    <a:gridCol w="578032">
                      <a:extLst>
                        <a:ext uri="{9D8B030D-6E8A-4147-A177-3AD203B41FA5}">
                          <a16:colId xmlns:a16="http://schemas.microsoft.com/office/drawing/2014/main" val="1217996601"/>
                        </a:ext>
                      </a:extLst>
                    </a:gridCol>
                    <a:gridCol w="578032">
                      <a:extLst>
                        <a:ext uri="{9D8B030D-6E8A-4147-A177-3AD203B41FA5}">
                          <a16:colId xmlns:a16="http://schemas.microsoft.com/office/drawing/2014/main" val="1242521241"/>
                        </a:ext>
                      </a:extLst>
                    </a:gridCol>
                    <a:gridCol w="578032">
                      <a:extLst>
                        <a:ext uri="{9D8B030D-6E8A-4147-A177-3AD203B41FA5}">
                          <a16:colId xmlns:a16="http://schemas.microsoft.com/office/drawing/2014/main" val="3847871238"/>
                        </a:ext>
                      </a:extLst>
                    </a:gridCol>
                  </a:tblGrid>
                  <a:tr h="256622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cat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the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mat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599091"/>
                      </a:ext>
                    </a:extLst>
                  </a:tr>
                  <a:tr h="256622"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931161"/>
                      </a:ext>
                    </a:extLst>
                  </a:tr>
                  <a:tr h="256622"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2967676"/>
                      </a:ext>
                    </a:extLst>
                  </a:tr>
                  <a:tr h="256622"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6587743"/>
                      </a:ext>
                    </a:extLst>
                  </a:tr>
                  <a:tr h="256622"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400" dirty="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4228111"/>
                      </a:ext>
                    </a:extLst>
                  </a:tr>
                </a:tbl>
              </a:graphicData>
            </a:graphic>
          </p:graphicFrame>
          <p:pic>
            <p:nvPicPr>
              <p:cNvPr id="27" name="Picture 26" descr="mat&#10;&#10;AI-generated content may be incorrect.">
                <a:extLst>
                  <a:ext uri="{FF2B5EF4-FFF2-40B4-BE49-F238E27FC236}">
                    <a16:creationId xmlns:a16="http://schemas.microsoft.com/office/drawing/2014/main" id="{1419F5E9-BB1C-8A0C-5158-3C40671EDA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41403" y="3804625"/>
                <a:ext cx="3063517" cy="1841370"/>
              </a:xfrm>
              <a:prstGeom prst="rect">
                <a:avLst/>
              </a:prstGeom>
            </p:spPr>
          </p:pic>
        </p:grp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C2C03F7D-3D74-9DD7-FFAF-3DD66E812C26}"/>
                </a:ext>
              </a:extLst>
            </p:cNvPr>
            <p:cNvSpPr/>
            <p:nvPr/>
          </p:nvSpPr>
          <p:spPr>
            <a:xfrm>
              <a:off x="8599723" y="4594680"/>
              <a:ext cx="413669" cy="27214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CF6764A-9752-5F2D-1F25-5F305E137D48}"/>
              </a:ext>
            </a:extLst>
          </p:cNvPr>
          <p:cNvGrpSpPr/>
          <p:nvPr/>
        </p:nvGrpSpPr>
        <p:grpSpPr>
          <a:xfrm>
            <a:off x="87080" y="2566190"/>
            <a:ext cx="9442555" cy="2942691"/>
            <a:chOff x="87080" y="2566190"/>
            <a:chExt cx="9442555" cy="2942691"/>
          </a:xfrm>
        </p:grpSpPr>
        <p:graphicFrame>
          <p:nvGraphicFramePr>
            <p:cNvPr id="24" name="Content Placeholder 4">
              <a:extLst>
                <a:ext uri="{FF2B5EF4-FFF2-40B4-BE49-F238E27FC236}">
                  <a16:creationId xmlns:a16="http://schemas.microsoft.com/office/drawing/2014/main" id="{FF2EE7B0-7B3B-1264-50F1-33119A84278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01350022"/>
                </p:ext>
              </p:extLst>
            </p:nvPr>
          </p:nvGraphicFramePr>
          <p:xfrm>
            <a:off x="87080" y="3984881"/>
            <a:ext cx="2890160" cy="1524000"/>
          </p:xfrm>
          <a:graphic>
            <a:graphicData uri="http://schemas.openxmlformats.org/drawingml/2006/table">
              <a:tbl>
                <a:tblPr firstRow="1">
                  <a:tableStyleId>{5C22544A-7EE6-4342-B048-85BDC9FD1C3A}</a:tableStyleId>
                </a:tblPr>
                <a:tblGrid>
                  <a:gridCol w="578032">
                    <a:extLst>
                      <a:ext uri="{9D8B030D-6E8A-4147-A177-3AD203B41FA5}">
                        <a16:colId xmlns:a16="http://schemas.microsoft.com/office/drawing/2014/main" val="116916505"/>
                      </a:ext>
                    </a:extLst>
                  </a:gridCol>
                  <a:gridCol w="578032">
                    <a:extLst>
                      <a:ext uri="{9D8B030D-6E8A-4147-A177-3AD203B41FA5}">
                        <a16:colId xmlns:a16="http://schemas.microsoft.com/office/drawing/2014/main" val="858692082"/>
                      </a:ext>
                    </a:extLst>
                  </a:gridCol>
                  <a:gridCol w="578032">
                    <a:extLst>
                      <a:ext uri="{9D8B030D-6E8A-4147-A177-3AD203B41FA5}">
                        <a16:colId xmlns:a16="http://schemas.microsoft.com/office/drawing/2014/main" val="1217996601"/>
                      </a:ext>
                    </a:extLst>
                  </a:gridCol>
                  <a:gridCol w="578032">
                    <a:extLst>
                      <a:ext uri="{9D8B030D-6E8A-4147-A177-3AD203B41FA5}">
                        <a16:colId xmlns:a16="http://schemas.microsoft.com/office/drawing/2014/main" val="1242521241"/>
                      </a:ext>
                    </a:extLst>
                  </a:gridCol>
                  <a:gridCol w="578032">
                    <a:extLst>
                      <a:ext uri="{9D8B030D-6E8A-4147-A177-3AD203B41FA5}">
                        <a16:colId xmlns:a16="http://schemas.microsoft.com/office/drawing/2014/main" val="3847871238"/>
                      </a:ext>
                    </a:extLst>
                  </a:gridCol>
                </a:tblGrid>
                <a:tr h="256622">
                  <a:tc>
                    <a:txBody>
                      <a:bodyPr/>
                      <a:lstStyle/>
                      <a:p>
                        <a:r>
                          <a:rPr lang="en-GB" sz="1400" dirty="0"/>
                          <a:t>cat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400" dirty="0"/>
                          <a:t>sat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400" dirty="0"/>
                          <a:t>on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400" dirty="0"/>
                          <a:t>the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400" dirty="0"/>
                          <a:t>mat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696599091"/>
                    </a:ext>
                  </a:extLst>
                </a:tr>
                <a:tr h="256622"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33931161"/>
                    </a:ext>
                  </a:extLst>
                </a:tr>
                <a:tr h="256622"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32967676"/>
                    </a:ext>
                  </a:extLst>
                </a:tr>
                <a:tr h="256622"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626587743"/>
                    </a:ext>
                  </a:extLst>
                </a:tr>
                <a:tr h="256622"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4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234228111"/>
                    </a:ext>
                  </a:extLst>
                </a:tr>
              </a:tbl>
            </a:graphicData>
          </a:graphic>
        </p:graphicFrame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2E50EDE-C46E-F110-8B6E-E6E650A6E55B}"/>
                </a:ext>
              </a:extLst>
            </p:cNvPr>
            <p:cNvGrpSpPr/>
            <p:nvPr/>
          </p:nvGrpSpPr>
          <p:grpSpPr>
            <a:xfrm>
              <a:off x="2502568" y="2566190"/>
              <a:ext cx="7027067" cy="1338918"/>
              <a:chOff x="2502568" y="2566190"/>
              <a:chExt cx="7027067" cy="1338918"/>
            </a:xfrm>
          </p:grpSpPr>
          <p:sp>
            <p:nvSpPr>
              <p:cNvPr id="40" name="Arrow: Bent-Up 39">
                <a:extLst>
                  <a:ext uri="{FF2B5EF4-FFF2-40B4-BE49-F238E27FC236}">
                    <a16:creationId xmlns:a16="http://schemas.microsoft.com/office/drawing/2014/main" id="{94A5250E-34D7-604C-58CB-D3DFF5EC999A}"/>
                  </a:ext>
                </a:extLst>
              </p:cNvPr>
              <p:cNvSpPr/>
              <p:nvPr/>
            </p:nvSpPr>
            <p:spPr>
              <a:xfrm rot="10800000">
                <a:off x="2502568" y="3539983"/>
                <a:ext cx="7025585" cy="365125"/>
              </a:xfrm>
              <a:prstGeom prst="bent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4A3F847-3350-2117-BD76-69F7213D4C01}"/>
                  </a:ext>
                </a:extLst>
              </p:cNvPr>
              <p:cNvSpPr/>
              <p:nvPr/>
            </p:nvSpPr>
            <p:spPr>
              <a:xfrm>
                <a:off x="9440186" y="2566190"/>
                <a:ext cx="89449" cy="106556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7978083-15A0-1D34-7160-7E071E41D6CB}"/>
              </a:ext>
            </a:extLst>
          </p:cNvPr>
          <p:cNvGrpSpPr/>
          <p:nvPr/>
        </p:nvGrpSpPr>
        <p:grpSpPr>
          <a:xfrm>
            <a:off x="5181587" y="5875470"/>
            <a:ext cx="5610569" cy="663442"/>
            <a:chOff x="5181587" y="5875470"/>
            <a:chExt cx="5610569" cy="663442"/>
          </a:xfrm>
        </p:grpSpPr>
        <p:sp>
          <p:nvSpPr>
            <p:cNvPr id="52" name="Arrow: Bent-Up 51">
              <a:extLst>
                <a:ext uri="{FF2B5EF4-FFF2-40B4-BE49-F238E27FC236}">
                  <a16:creationId xmlns:a16="http://schemas.microsoft.com/office/drawing/2014/main" id="{43F33957-8BD7-AA74-0B23-D7586865E553}"/>
                </a:ext>
              </a:extLst>
            </p:cNvPr>
            <p:cNvSpPr/>
            <p:nvPr/>
          </p:nvSpPr>
          <p:spPr>
            <a:xfrm rot="16200000" flipH="1">
              <a:off x="8566117" y="4130311"/>
              <a:ext cx="480880" cy="3971198"/>
            </a:xfrm>
            <a:prstGeom prst="bent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E57EE49-41CD-65F8-B7BB-729301B702BB}"/>
                </a:ext>
              </a:extLst>
            </p:cNvPr>
            <p:cNvSpPr txBox="1"/>
            <p:nvPr/>
          </p:nvSpPr>
          <p:spPr>
            <a:xfrm>
              <a:off x="5181587" y="5954137"/>
              <a:ext cx="139858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/>
                <a:t>&lt;</a:t>
              </a:r>
              <a:r>
                <a:rPr lang="en-GB" sz="3200" dirty="0" err="1"/>
                <a:t>eos</a:t>
              </a:r>
              <a:r>
                <a:rPr lang="en-GB" sz="3200" dirty="0"/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184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F3CD4-9893-A456-38E3-E668C2F1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507"/>
          </a:xfrm>
        </p:spPr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6B262-101A-5533-FA47-E6500E3E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59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0DAB25-CE05-D02B-114D-7FD65040D941}"/>
                  </a:ext>
                </a:extLst>
              </p:cNvPr>
              <p:cNvSpPr txBox="1"/>
              <p:nvPr/>
            </p:nvSpPr>
            <p:spPr>
              <a:xfrm>
                <a:off x="3147553" y="1893858"/>
                <a:ext cx="4998919" cy="11584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 sz="2400">
                                          <a:latin typeface="Cambria Math" panose="02040503050406030204" pitchFamily="18" charset="0"/>
                                        </a:rPr>
                                        <m:t>query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 sz="2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key</m:t>
                                      </m:r>
                                    </m:e>
                                  </m:bar>
                                </m:e>
                                <m:sub>
                                  <m:sSup>
                                    <m:sSup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GB" sz="2400" dirty="0"/>
                                <m:t> 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GB" sz="2400">
                                              <a:latin typeface="Cambria Math" panose="02040503050406030204" pitchFamily="18" charset="0"/>
                                            </a:rPr>
                                            <m:t>query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GB" sz="2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key</m:t>
                                          </m:r>
                                        </m:e>
                                      </m:ba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′′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GB" sz="2400" dirty="0"/>
                                    <m:t> 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0DAB25-CE05-D02B-114D-7FD65040D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553" y="1893858"/>
                <a:ext cx="4998919" cy="11584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5FB809D-8FF0-3ECA-94F6-EA65F5D5250B}"/>
              </a:ext>
            </a:extLst>
          </p:cNvPr>
          <p:cNvSpPr txBox="1"/>
          <p:nvPr/>
        </p:nvSpPr>
        <p:spPr>
          <a:xfrm>
            <a:off x="909204" y="1241714"/>
            <a:ext cx="8993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Let’s look at our formula for the attention probabilities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2E7AB5-5E54-E17F-9AA7-044B59E8BB8B}"/>
              </a:ext>
            </a:extLst>
          </p:cNvPr>
          <p:cNvGrpSpPr/>
          <p:nvPr/>
        </p:nvGrpSpPr>
        <p:grpSpPr>
          <a:xfrm>
            <a:off x="3114151" y="3419439"/>
            <a:ext cx="5019595" cy="2122814"/>
            <a:chOff x="438470" y="3242797"/>
            <a:chExt cx="5019595" cy="2122814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" name="Content Placeholder 4">
                  <a:extLst>
                    <a:ext uri="{FF2B5EF4-FFF2-40B4-BE49-F238E27FC236}">
                      <a16:creationId xmlns:a16="http://schemas.microsoft.com/office/drawing/2014/main" id="{1BD34177-69B4-6AAF-FC69-6A9C8E7309A0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986113453"/>
                    </p:ext>
                  </p:extLst>
                </p:nvPr>
              </p:nvGraphicFramePr>
              <p:xfrm>
                <a:off x="438470" y="3242797"/>
                <a:ext cx="2061635" cy="1439515"/>
              </p:xfrm>
              <a:graphic>
                <a:graphicData uri="http://schemas.openxmlformats.org/drawingml/2006/table">
                  <a:tbl>
                    <a:tblPr firstRow="1">
                      <a:tableStyleId>{5C22544A-7EE6-4342-B048-85BDC9FD1C3A}</a:tableStyleId>
                    </a:tblPr>
                    <a:tblGrid>
                      <a:gridCol w="412327">
                        <a:extLst>
                          <a:ext uri="{9D8B030D-6E8A-4147-A177-3AD203B41FA5}">
                            <a16:colId xmlns:a16="http://schemas.microsoft.com/office/drawing/2014/main" val="116916505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858692082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1217996601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1242521241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3847871238"/>
                          </a:ext>
                        </a:extLst>
                      </a:gridCol>
                    </a:tblGrid>
                    <a:tr h="287903"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the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cat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sat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on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the</a:t>
                            </a: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696599091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533931161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732967676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3626587743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234228111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8" name="Content Placeholder 4">
                  <a:extLst>
                    <a:ext uri="{FF2B5EF4-FFF2-40B4-BE49-F238E27FC236}">
                      <a16:creationId xmlns:a16="http://schemas.microsoft.com/office/drawing/2014/main" id="{1BD34177-69B4-6AAF-FC69-6A9C8E7309A0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986113453"/>
                    </p:ext>
                  </p:extLst>
                </p:nvPr>
              </p:nvGraphicFramePr>
              <p:xfrm>
                <a:off x="438470" y="3242797"/>
                <a:ext cx="2061635" cy="1439515"/>
              </p:xfrm>
              <a:graphic>
                <a:graphicData uri="http://schemas.openxmlformats.org/drawingml/2006/table">
                  <a:tbl>
                    <a:tblPr firstRow="1">
                      <a:tableStyleId>{5C22544A-7EE6-4342-B048-85BDC9FD1C3A}</a:tableStyleId>
                    </a:tblPr>
                    <a:tblGrid>
                      <a:gridCol w="412327">
                        <a:extLst>
                          <a:ext uri="{9D8B030D-6E8A-4147-A177-3AD203B41FA5}">
                            <a16:colId xmlns:a16="http://schemas.microsoft.com/office/drawing/2014/main" val="116916505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858692082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1217996601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1242521241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3847871238"/>
                          </a:ext>
                        </a:extLst>
                      </a:gridCol>
                    </a:tblGrid>
                    <a:tr h="287903"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the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cat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sat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on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the</a:t>
                            </a: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696599091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533931161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732967676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3626587743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234228111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" name="Content Placeholder 4">
                  <a:extLst>
                    <a:ext uri="{FF2B5EF4-FFF2-40B4-BE49-F238E27FC236}">
                      <a16:creationId xmlns:a16="http://schemas.microsoft.com/office/drawing/2014/main" id="{911E3766-871A-AE40-017C-8D972F7A9F19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207905710"/>
                    </p:ext>
                  </p:extLst>
                </p:nvPr>
              </p:nvGraphicFramePr>
              <p:xfrm>
                <a:off x="3396430" y="3242797"/>
                <a:ext cx="2061635" cy="1439515"/>
              </p:xfrm>
              <a:graphic>
                <a:graphicData uri="http://schemas.openxmlformats.org/drawingml/2006/table">
                  <a:tbl>
                    <a:tblPr firstRow="1">
                      <a:tableStyleId>{5C22544A-7EE6-4342-B048-85BDC9FD1C3A}</a:tableStyleId>
                    </a:tblPr>
                    <a:tblGrid>
                      <a:gridCol w="412327">
                        <a:extLst>
                          <a:ext uri="{9D8B030D-6E8A-4147-A177-3AD203B41FA5}">
                            <a16:colId xmlns:a16="http://schemas.microsoft.com/office/drawing/2014/main" val="116916505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858692082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1217996601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1242521241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3847871238"/>
                          </a:ext>
                        </a:extLst>
                      </a:gridCol>
                    </a:tblGrid>
                    <a:tr h="287903"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sat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cat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the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on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the</a:t>
                            </a: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696599091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533931161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732967676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3626587743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234228111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1" name="Content Placeholder 4">
                  <a:extLst>
                    <a:ext uri="{FF2B5EF4-FFF2-40B4-BE49-F238E27FC236}">
                      <a16:creationId xmlns:a16="http://schemas.microsoft.com/office/drawing/2014/main" id="{911E3766-871A-AE40-017C-8D972F7A9F19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207905710"/>
                    </p:ext>
                  </p:extLst>
                </p:nvPr>
              </p:nvGraphicFramePr>
              <p:xfrm>
                <a:off x="3396430" y="3242797"/>
                <a:ext cx="2061635" cy="1439515"/>
              </p:xfrm>
              <a:graphic>
                <a:graphicData uri="http://schemas.openxmlformats.org/drawingml/2006/table">
                  <a:tbl>
                    <a:tblPr firstRow="1">
                      <a:tableStyleId>{5C22544A-7EE6-4342-B048-85BDC9FD1C3A}</a:tableStyleId>
                    </a:tblPr>
                    <a:tblGrid>
                      <a:gridCol w="412327">
                        <a:extLst>
                          <a:ext uri="{9D8B030D-6E8A-4147-A177-3AD203B41FA5}">
                            <a16:colId xmlns:a16="http://schemas.microsoft.com/office/drawing/2014/main" val="116916505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858692082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1217996601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1242521241"/>
                          </a:ext>
                        </a:extLst>
                      </a:gridCol>
                      <a:gridCol w="412327">
                        <a:extLst>
                          <a:ext uri="{9D8B030D-6E8A-4147-A177-3AD203B41FA5}">
                            <a16:colId xmlns:a16="http://schemas.microsoft.com/office/drawing/2014/main" val="3847871238"/>
                          </a:ext>
                        </a:extLst>
                      </a:gridCol>
                    </a:tblGrid>
                    <a:tr h="287903"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sat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cat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the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on</a:t>
                            </a: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GB" sz="1200" dirty="0"/>
                              <a:t>the</a:t>
                            </a: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696599091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533931161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732967676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3626587743"/>
                        </a:ext>
                      </a:extLst>
                    </a:tr>
                    <a:tr h="287903"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GB" sz="1200" dirty="0"/>
                          </a:p>
                        </a:txBody>
                        <a:tcPr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234228111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8F9E938-BC88-736F-5AE2-158D657D551A}"/>
                </a:ext>
              </a:extLst>
            </p:cNvPr>
            <p:cNvCxnSpPr>
              <a:cxnSpLocks/>
            </p:cNvCxnSpPr>
            <p:nvPr/>
          </p:nvCxnSpPr>
          <p:spPr>
            <a:xfrm>
              <a:off x="2769305" y="3958973"/>
              <a:ext cx="429940" cy="709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5D99466-ECD3-2CA6-C40A-E2F1864569FB}"/>
                    </a:ext>
                  </a:extLst>
                </p:cNvPr>
                <p:cNvSpPr txBox="1"/>
                <p:nvPr/>
              </p:nvSpPr>
              <p:spPr>
                <a:xfrm>
                  <a:off x="1469287" y="4872719"/>
                  <a:ext cx="3233930" cy="4928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4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on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sat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GB" sz="2400" dirty="0"/>
                    <a:t>is unchanged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5D99466-ECD3-2CA6-C40A-E2F1864569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9287" y="4872719"/>
                  <a:ext cx="3233930" cy="492892"/>
                </a:xfrm>
                <a:prstGeom prst="rect">
                  <a:avLst/>
                </a:prstGeom>
                <a:blipFill>
                  <a:blip r:embed="rId4"/>
                  <a:stretch>
                    <a:fillRect t="-7407" b="-234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DD34434-5FAB-67FF-F248-D55C5810400C}"/>
              </a:ext>
            </a:extLst>
          </p:cNvPr>
          <p:cNvSpPr txBox="1"/>
          <p:nvPr/>
        </p:nvSpPr>
        <p:spPr>
          <a:xfrm>
            <a:off x="726498" y="5744017"/>
            <a:ext cx="10739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input embeddings, and hence the context embeddings don’t take into account the position of the token in the context (other than through masking) !!</a:t>
            </a:r>
          </a:p>
        </p:txBody>
      </p:sp>
    </p:spTree>
    <p:extLst>
      <p:ext uri="{BB962C8B-B14F-4D97-AF65-F5344CB8AC3E}">
        <p14:creationId xmlns:p14="http://schemas.microsoft.com/office/powerpoint/2010/main" val="304730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95837-77BE-E21C-631E-48074C2D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938A-7010-1F8A-F05E-CDDE91602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507"/>
          </a:xfrm>
        </p:spPr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0A053-E408-E4B9-4306-692672AF4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60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0944F-B9FD-0BBD-75F1-08838C93FC23}"/>
              </a:ext>
            </a:extLst>
          </p:cNvPr>
          <p:cNvSpPr txBox="1"/>
          <p:nvPr/>
        </p:nvSpPr>
        <p:spPr>
          <a:xfrm>
            <a:off x="909204" y="1241714"/>
            <a:ext cx="8993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We solve by adding position dependent vectors to the input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BD71E48-8129-FBC8-4667-987CBA9B76EA}"/>
              </a:ext>
            </a:extLst>
          </p:cNvPr>
          <p:cNvGrpSpPr/>
          <p:nvPr/>
        </p:nvGrpSpPr>
        <p:grpSpPr>
          <a:xfrm>
            <a:off x="1549901" y="1828024"/>
            <a:ext cx="7698763" cy="1761962"/>
            <a:chOff x="725146" y="2085010"/>
            <a:chExt cx="7698763" cy="176196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5A88FF2-3D4C-D187-0FF8-87C9C51879AE}"/>
                </a:ext>
              </a:extLst>
            </p:cNvPr>
            <p:cNvGrpSpPr/>
            <p:nvPr/>
          </p:nvGrpSpPr>
          <p:grpSpPr>
            <a:xfrm>
              <a:off x="725146" y="2085010"/>
              <a:ext cx="3351154" cy="1758349"/>
              <a:chOff x="363196" y="4088084"/>
              <a:chExt cx="3351154" cy="1758349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011FE1E-E574-CD8A-4BFE-CD44FE424BBC}"/>
                  </a:ext>
                </a:extLst>
              </p:cNvPr>
              <p:cNvGrpSpPr/>
              <p:nvPr/>
            </p:nvGrpSpPr>
            <p:grpSpPr>
              <a:xfrm>
                <a:off x="363196" y="4097411"/>
                <a:ext cx="557140" cy="1746945"/>
                <a:chOff x="769594" y="4097411"/>
                <a:chExt cx="557140" cy="174694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6" name="Content Placeholder 4">
                      <a:extLst>
                        <a:ext uri="{FF2B5EF4-FFF2-40B4-BE49-F238E27FC236}">
                          <a16:creationId xmlns:a16="http://schemas.microsoft.com/office/drawing/2014/main" id="{7CD9C7AF-96BB-BDD1-BCA7-0296786BF5A9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6" name="Content Placeholder 4">
                      <a:extLst>
                        <a:ext uri="{FF2B5EF4-FFF2-40B4-BE49-F238E27FC236}">
                          <a16:creationId xmlns:a16="http://schemas.microsoft.com/office/drawing/2014/main" id="{7CD9C7AF-96BB-BDD1-BCA7-0296786BF5A9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894C6E77-B8D4-9DD2-D68D-EB24D4A22E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894C6E77-B8D4-9DD2-D68D-EB24D4A22E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0870" r="-978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F0B0E1B-6A79-4818-D1E0-9BA48F68119E}"/>
                  </a:ext>
                </a:extLst>
              </p:cNvPr>
              <p:cNvGrpSpPr/>
              <p:nvPr/>
            </p:nvGrpSpPr>
            <p:grpSpPr>
              <a:xfrm>
                <a:off x="1066645" y="4098847"/>
                <a:ext cx="557140" cy="1747417"/>
                <a:chOff x="1311315" y="4098847"/>
                <a:chExt cx="557140" cy="174741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9" name="Content Placeholder 4">
                      <a:extLst>
                        <a:ext uri="{FF2B5EF4-FFF2-40B4-BE49-F238E27FC236}">
                          <a16:creationId xmlns:a16="http://schemas.microsoft.com/office/drawing/2014/main" id="{B64B9AFD-AB9A-3EFF-B975-E51E5809F12E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382859" y="4406749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cat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9" name="Content Placeholder 4">
                      <a:extLst>
                        <a:ext uri="{FF2B5EF4-FFF2-40B4-BE49-F238E27FC236}">
                          <a16:creationId xmlns:a16="http://schemas.microsoft.com/office/drawing/2014/main" id="{B64B9AFD-AB9A-3EFF-B975-E51E5809F12E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382859" y="4406749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cat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1ED27F18-1577-53B3-6B89-D225526819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11315" y="4098847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1ED27F18-1577-53B3-6B89-D225526819D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11315" y="4098847"/>
                      <a:ext cx="557140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0989" r="-9890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1C92630-01C9-1834-31FB-9F9B169DA272}"/>
                  </a:ext>
                </a:extLst>
              </p:cNvPr>
              <p:cNvGrpSpPr/>
              <p:nvPr/>
            </p:nvGrpSpPr>
            <p:grpSpPr>
              <a:xfrm>
                <a:off x="1751393" y="4088084"/>
                <a:ext cx="557140" cy="1758349"/>
                <a:chOff x="1817745" y="4088084"/>
                <a:chExt cx="557140" cy="175834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0" name="Content Placeholder 4">
                      <a:extLst>
                        <a:ext uri="{FF2B5EF4-FFF2-40B4-BE49-F238E27FC236}">
                          <a16:creationId xmlns:a16="http://schemas.microsoft.com/office/drawing/2014/main" id="{9B433813-B278-BF48-BF88-A604ADFDF49E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899549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sat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10" name="Content Placeholder 4">
                      <a:extLst>
                        <a:ext uri="{FF2B5EF4-FFF2-40B4-BE49-F238E27FC236}">
                          <a16:creationId xmlns:a16="http://schemas.microsoft.com/office/drawing/2014/main" id="{9B433813-B278-BF48-BF88-A604ADFDF49E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899549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sat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7601A802-35DB-8722-A2CE-B4E57889E5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7745" y="4088084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7601A802-35DB-8722-A2CE-B4E57889E52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7745" y="4088084"/>
                      <a:ext cx="557140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0989" r="-9890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BE50259-C667-A471-FA37-B8A2E93D0A2C}"/>
                  </a:ext>
                </a:extLst>
              </p:cNvPr>
              <p:cNvGrpSpPr/>
              <p:nvPr/>
            </p:nvGrpSpPr>
            <p:grpSpPr>
              <a:xfrm>
                <a:off x="2476077" y="4097417"/>
                <a:ext cx="557140" cy="1749016"/>
                <a:chOff x="2320571" y="4097417"/>
                <a:chExt cx="557140" cy="174901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3" name="Content Placeholder 4">
                      <a:extLst>
                        <a:ext uri="{FF2B5EF4-FFF2-40B4-BE49-F238E27FC236}">
                          <a16:creationId xmlns:a16="http://schemas.microsoft.com/office/drawing/2014/main" id="{17E1BED8-56F6-738F-7BFD-722627C3C098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377084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on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13" name="Content Placeholder 4">
                      <a:extLst>
                        <a:ext uri="{FF2B5EF4-FFF2-40B4-BE49-F238E27FC236}">
                          <a16:creationId xmlns:a16="http://schemas.microsoft.com/office/drawing/2014/main" id="{17E1BED8-56F6-738F-7BFD-722627C3C098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377084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on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7C9442EF-0E36-FF49-F8E9-0761742CFA2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0571" y="4097417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=4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7C9442EF-0E36-FF49-F8E9-0761742CFA2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0571" y="4097417"/>
                      <a:ext cx="557140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0989" r="-9890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C1AA7A96-8611-217B-2DB3-A6AAEAB4DC56}"/>
                  </a:ext>
                </a:extLst>
              </p:cNvPr>
              <p:cNvGrpSpPr/>
              <p:nvPr/>
            </p:nvGrpSpPr>
            <p:grpSpPr>
              <a:xfrm>
                <a:off x="3157210" y="4098461"/>
                <a:ext cx="557140" cy="1747286"/>
                <a:chOff x="2931205" y="4098461"/>
                <a:chExt cx="557140" cy="174728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5" name="Content Placeholder 4">
                      <a:extLst>
                        <a:ext uri="{FF2B5EF4-FFF2-40B4-BE49-F238E27FC236}">
                          <a16:creationId xmlns:a16="http://schemas.microsoft.com/office/drawing/2014/main" id="{F14F3024-82F6-148A-26CE-5514818498B2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996847" y="4406232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15" name="Content Placeholder 4">
                      <a:extLst>
                        <a:ext uri="{FF2B5EF4-FFF2-40B4-BE49-F238E27FC236}">
                          <a16:creationId xmlns:a16="http://schemas.microsoft.com/office/drawing/2014/main" id="{F14F3024-82F6-148A-26CE-5514818498B2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996847" y="4406232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393B242E-EA14-A9AC-472D-E6BD098D66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31205" y="4098461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=5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393B242E-EA14-A9AC-472D-E6BD098D665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31205" y="4098461"/>
                      <a:ext cx="557140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0989" r="-10989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2C7FEAC-B8F9-7A03-2D00-23CBD4BC3F10}"/>
                </a:ext>
              </a:extLst>
            </p:cNvPr>
            <p:cNvGrpSpPr/>
            <p:nvPr/>
          </p:nvGrpSpPr>
          <p:grpSpPr>
            <a:xfrm>
              <a:off x="5297151" y="2089767"/>
              <a:ext cx="3126758" cy="1757205"/>
              <a:chOff x="5297151" y="2089767"/>
              <a:chExt cx="3126758" cy="175720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02B8449-96F5-6222-32F0-0CE167FCD6B2}"/>
                  </a:ext>
                </a:extLst>
              </p:cNvPr>
              <p:cNvGrpSpPr/>
              <p:nvPr/>
            </p:nvGrpSpPr>
            <p:grpSpPr>
              <a:xfrm>
                <a:off x="5297151" y="2099094"/>
                <a:ext cx="557140" cy="1746945"/>
                <a:chOff x="769594" y="4097411"/>
                <a:chExt cx="557140" cy="174694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7" name="Content Placeholder 4">
                      <a:extLst>
                        <a:ext uri="{FF2B5EF4-FFF2-40B4-BE49-F238E27FC236}">
                          <a16:creationId xmlns:a16="http://schemas.microsoft.com/office/drawing/2014/main" id="{900AEF3A-B5B4-50CD-6C90-4D33188116BC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47" name="Content Placeholder 4">
                      <a:extLst>
                        <a:ext uri="{FF2B5EF4-FFF2-40B4-BE49-F238E27FC236}">
                          <a16:creationId xmlns:a16="http://schemas.microsoft.com/office/drawing/2014/main" id="{900AEF3A-B5B4-50CD-6C90-4D33188116BC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8"/>
                                <a:stretch>
                                  <a:fillRect l="-1613" t="-2128" r="-6452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A33274D1-3BD0-BC2A-BD1C-9A4C1D7A2A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A33274D1-3BD0-BC2A-BD1C-9A4C1D7A2A2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0870" r="-978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5AB31782-BC23-9B87-6199-F50BEA6D945E}"/>
                  </a:ext>
                </a:extLst>
              </p:cNvPr>
              <p:cNvGrpSpPr/>
              <p:nvPr/>
            </p:nvGrpSpPr>
            <p:grpSpPr>
              <a:xfrm>
                <a:off x="5919255" y="2100530"/>
                <a:ext cx="557140" cy="1746439"/>
                <a:chOff x="6000600" y="2100530"/>
                <a:chExt cx="557140" cy="174643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D05A6E5F-91D0-2028-218E-3691F1EBC5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00600" y="2100530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D05A6E5F-91D0-2028-218E-3691F1EBC55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00600" y="2100530"/>
                      <a:ext cx="557140" cy="2769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0870" r="-978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9" name="Content Placeholder 4">
                      <a:extLst>
                        <a:ext uri="{FF2B5EF4-FFF2-40B4-BE49-F238E27FC236}">
                          <a16:creationId xmlns:a16="http://schemas.microsoft.com/office/drawing/2014/main" id="{64F5A1B2-0FA6-8936-880F-E749052C2AB6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099769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(2)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49" name="Content Placeholder 4">
                      <a:extLst>
                        <a:ext uri="{FF2B5EF4-FFF2-40B4-BE49-F238E27FC236}">
                          <a16:creationId xmlns:a16="http://schemas.microsoft.com/office/drawing/2014/main" id="{64F5A1B2-0FA6-8936-880F-E749052C2AB6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099769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1"/>
                                <a:stretch>
                                  <a:fillRect l="-1613" t="-2128" r="-8065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4FF53A9F-7CD7-F40E-8D9B-8329FAD8800B}"/>
                  </a:ext>
                </a:extLst>
              </p:cNvPr>
              <p:cNvGrpSpPr/>
              <p:nvPr/>
            </p:nvGrpSpPr>
            <p:grpSpPr>
              <a:xfrm>
                <a:off x="6573148" y="2089767"/>
                <a:ext cx="557140" cy="1757205"/>
                <a:chOff x="6685348" y="2089767"/>
                <a:chExt cx="557140" cy="175720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DA3954B1-DC41-E39D-98A2-7D00E94ED46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85348" y="2089767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DA3954B1-DC41-E39D-98A2-7D00E94ED46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85348" y="2089767"/>
                      <a:ext cx="557140" cy="2769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10989" r="-9890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50" name="Content Placeholder 4">
                      <a:extLst>
                        <a:ext uri="{FF2B5EF4-FFF2-40B4-BE49-F238E27FC236}">
                          <a16:creationId xmlns:a16="http://schemas.microsoft.com/office/drawing/2014/main" id="{C75F0AB6-E825-5F7B-7334-BA5DF5FD6862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772947" y="2407457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(3)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50" name="Content Placeholder 4">
                      <a:extLst>
                        <a:ext uri="{FF2B5EF4-FFF2-40B4-BE49-F238E27FC236}">
                          <a16:creationId xmlns:a16="http://schemas.microsoft.com/office/drawing/2014/main" id="{C75F0AB6-E825-5F7B-7334-BA5DF5FD6862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772947" y="2407457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3"/>
                                <a:stretch>
                                  <a:fillRect l="-1587" t="-2128" r="-6349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5085086C-7B22-A7B2-BA9C-39BA94082BC5}"/>
                  </a:ext>
                </a:extLst>
              </p:cNvPr>
              <p:cNvGrpSpPr/>
              <p:nvPr/>
            </p:nvGrpSpPr>
            <p:grpSpPr>
              <a:xfrm>
                <a:off x="7213684" y="2099100"/>
                <a:ext cx="557140" cy="1745066"/>
                <a:chOff x="7410032" y="2099100"/>
                <a:chExt cx="557140" cy="174506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A3A1D7E3-8210-A9BB-6ADF-ECE74CE70F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10032" y="2099100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=4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A3A1D7E3-8210-A9BB-6ADF-ECE74CE70F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10032" y="2099100"/>
                      <a:ext cx="557140" cy="27699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10989" r="-9890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51" name="Content Placeholder 4">
                      <a:extLst>
                        <a:ext uri="{FF2B5EF4-FFF2-40B4-BE49-F238E27FC236}">
                          <a16:creationId xmlns:a16="http://schemas.microsoft.com/office/drawing/2014/main" id="{54FEF6B8-FFD3-0A18-D63A-970337656418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7505023" y="240465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(4)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51" name="Content Placeholder 4">
                      <a:extLst>
                        <a:ext uri="{FF2B5EF4-FFF2-40B4-BE49-F238E27FC236}">
                          <a16:creationId xmlns:a16="http://schemas.microsoft.com/office/drawing/2014/main" id="{54FEF6B8-FFD3-0A18-D63A-970337656418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7505023" y="240465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5"/>
                                <a:stretch>
                                  <a:fillRect l="-1613" t="-2128" r="-6452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4E3E2318-B7F3-5CBC-31FC-843B05F15B1F}"/>
                  </a:ext>
                </a:extLst>
              </p:cNvPr>
              <p:cNvGrpSpPr/>
              <p:nvPr/>
            </p:nvGrpSpPr>
            <p:grpSpPr>
              <a:xfrm>
                <a:off x="7866769" y="2100144"/>
                <a:ext cx="557140" cy="1746825"/>
                <a:chOff x="8091165" y="2100144"/>
                <a:chExt cx="557140" cy="174682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438623C7-E9A3-5D9D-3E5A-9685B5856D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91165" y="2100144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=5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438623C7-E9A3-5D9D-3E5A-9685B5856DC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91165" y="2100144"/>
                      <a:ext cx="557140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10989" r="-10989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52" name="Content Placeholder 4">
                      <a:extLst>
                        <a:ext uri="{FF2B5EF4-FFF2-40B4-BE49-F238E27FC236}">
                          <a16:creationId xmlns:a16="http://schemas.microsoft.com/office/drawing/2014/main" id="{3C221BFE-3E20-1F82-FEB6-0E1C68E4E4E1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181008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(5)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52" name="Content Placeholder 4">
                      <a:extLst>
                        <a:ext uri="{FF2B5EF4-FFF2-40B4-BE49-F238E27FC236}">
                          <a16:creationId xmlns:a16="http://schemas.microsoft.com/office/drawing/2014/main" id="{3C221BFE-3E20-1F82-FEB6-0E1C68E4E4E1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181008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7"/>
                                <a:stretch>
                                  <a:fillRect l="-1613" t="-2128" r="-8065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4102271-7CF4-9D02-9B2A-21EFCE3EDEB4}"/>
              </a:ext>
            </a:extLst>
          </p:cNvPr>
          <p:cNvSpPr txBox="1"/>
          <p:nvPr/>
        </p:nvSpPr>
        <p:spPr>
          <a:xfrm>
            <a:off x="5638800" y="297329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DCA833-8549-5939-0B11-12CAD3870A22}"/>
              </a:ext>
            </a:extLst>
          </p:cNvPr>
          <p:cNvGrpSpPr/>
          <p:nvPr/>
        </p:nvGrpSpPr>
        <p:grpSpPr>
          <a:xfrm>
            <a:off x="1828471" y="3584296"/>
            <a:ext cx="4960812" cy="2480099"/>
            <a:chOff x="1828471" y="3584296"/>
            <a:chExt cx="4960812" cy="2480099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22D83A43-910A-329E-2C42-F13B0A56C2B9}"/>
                </a:ext>
              </a:extLst>
            </p:cNvPr>
            <p:cNvGrpSpPr/>
            <p:nvPr/>
          </p:nvGrpSpPr>
          <p:grpSpPr>
            <a:xfrm>
              <a:off x="4087327" y="4311831"/>
              <a:ext cx="2701956" cy="1752564"/>
              <a:chOff x="2089501" y="4392685"/>
              <a:chExt cx="2768066" cy="1731382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97F63E4C-C418-130D-7677-895F3D4FC515}"/>
                  </a:ext>
                </a:extLst>
              </p:cNvPr>
              <p:cNvGrpSpPr/>
              <p:nvPr/>
            </p:nvGrpSpPr>
            <p:grpSpPr>
              <a:xfrm>
                <a:off x="2089501" y="4394521"/>
                <a:ext cx="570772" cy="1729546"/>
                <a:chOff x="877546" y="4511479"/>
                <a:chExt cx="570772" cy="17295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62" name="Content Placeholder 4">
                      <a:extLst>
                        <a:ext uri="{FF2B5EF4-FFF2-40B4-BE49-F238E27FC236}">
                          <a16:creationId xmlns:a16="http://schemas.microsoft.com/office/drawing/2014/main" id="{F730ADE5-AD64-112A-9E41-8EC9ECCBAA4F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094375419"/>
                        </p:ext>
                      </p:extLst>
                    </p:nvPr>
                  </p:nvGraphicFramePr>
                  <p:xfrm>
                    <a:off x="949953" y="4818909"/>
                    <a:ext cx="422416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62" name="Content Placeholder 4">
                      <a:extLst>
                        <a:ext uri="{FF2B5EF4-FFF2-40B4-BE49-F238E27FC236}">
                          <a16:creationId xmlns:a16="http://schemas.microsoft.com/office/drawing/2014/main" id="{F730ADE5-AD64-112A-9E41-8EC9ECCBAA4F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094375419"/>
                        </p:ext>
                      </p:extLst>
                    </p:nvPr>
                  </p:nvGraphicFramePr>
                  <p:xfrm>
                    <a:off x="949953" y="4818909"/>
                    <a:ext cx="422416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DAE2A764-FDCC-2009-7195-A318426A82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7546" y="4511479"/>
                      <a:ext cx="570772" cy="27365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DAE2A764-FDCC-2009-7195-A318426A82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7546" y="4511479"/>
                      <a:ext cx="570772" cy="273651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10870" r="-9783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B20CD701-1C7F-26AD-BDC9-5ABC57C022C7}"/>
                  </a:ext>
                </a:extLst>
              </p:cNvPr>
              <p:cNvGrpSpPr/>
              <p:nvPr/>
            </p:nvGrpSpPr>
            <p:grpSpPr>
              <a:xfrm>
                <a:off x="3004276" y="4393961"/>
                <a:ext cx="570772" cy="1729546"/>
                <a:chOff x="2972157" y="4393961"/>
                <a:chExt cx="570772" cy="17295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65" name="Content Placeholder 4">
                      <a:extLst>
                        <a:ext uri="{FF2B5EF4-FFF2-40B4-BE49-F238E27FC236}">
                          <a16:creationId xmlns:a16="http://schemas.microsoft.com/office/drawing/2014/main" id="{56099372-FA6E-3BC3-A86C-A54F60230864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473796762"/>
                        </p:ext>
                      </p:extLst>
                    </p:nvPr>
                  </p:nvGraphicFramePr>
                  <p:xfrm>
                    <a:off x="3044564" y="4701391"/>
                    <a:ext cx="383168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65" name="Content Placeholder 4">
                      <a:extLst>
                        <a:ext uri="{FF2B5EF4-FFF2-40B4-BE49-F238E27FC236}">
                          <a16:creationId xmlns:a16="http://schemas.microsoft.com/office/drawing/2014/main" id="{56099372-FA6E-3BC3-A86C-A54F60230864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473796762"/>
                        </p:ext>
                      </p:extLst>
                    </p:nvPr>
                  </p:nvGraphicFramePr>
                  <p:xfrm>
                    <a:off x="3044564" y="4701391"/>
                    <a:ext cx="383168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9"/>
                                <a:stretch>
                                  <a:fillRect l="-1613" t="-2128" r="-8065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ED6D5970-0797-177B-0016-C7F297A572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72157" y="4393961"/>
                      <a:ext cx="570772" cy="27365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ED6D5970-0797-177B-0016-C7F297A572B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72157" y="4393961"/>
                      <a:ext cx="570772" cy="273651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l="-10989" r="-9890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C83B5A4-3E92-AAF5-A23D-D38709935DCC}"/>
                  </a:ext>
                </a:extLst>
              </p:cNvPr>
              <p:cNvSpPr txBox="1"/>
              <p:nvPr/>
            </p:nvSpPr>
            <p:spPr>
              <a:xfrm>
                <a:off x="2617219" y="5019245"/>
                <a:ext cx="4123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800" dirty="0"/>
                  <a:t>+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E9F83114-0219-E325-E71A-7BA77562F9FB}"/>
                  </a:ext>
                </a:extLst>
              </p:cNvPr>
              <p:cNvGrpSpPr/>
              <p:nvPr/>
            </p:nvGrpSpPr>
            <p:grpSpPr>
              <a:xfrm>
                <a:off x="3971469" y="4392685"/>
                <a:ext cx="886098" cy="1729546"/>
                <a:chOff x="949952" y="4511479"/>
                <a:chExt cx="794975" cy="17295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71" name="Content Placeholder 4">
                      <a:extLst>
                        <a:ext uri="{FF2B5EF4-FFF2-40B4-BE49-F238E27FC236}">
                          <a16:creationId xmlns:a16="http://schemas.microsoft.com/office/drawing/2014/main" id="{BAC5CECF-2CFA-752C-68C0-160A74A5D209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217679928"/>
                        </p:ext>
                      </p:extLst>
                    </p:nvPr>
                  </p:nvGraphicFramePr>
                  <p:xfrm>
                    <a:off x="949952" y="4818909"/>
                    <a:ext cx="794975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864935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GB" sz="1200" dirty="0"/>
                                  <a:t>the @ </a:t>
                                </a:r>
                                <a:r>
                                  <a:rPr lang="en-GB" sz="1200" dirty="0" err="1"/>
                                  <a:t>i</a:t>
                                </a:r>
                                <a:r>
                                  <a:rPr lang="en-GB" sz="1200" dirty="0"/>
                                  <a:t>=1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71" name="Content Placeholder 4">
                      <a:extLst>
                        <a:ext uri="{FF2B5EF4-FFF2-40B4-BE49-F238E27FC236}">
                          <a16:creationId xmlns:a16="http://schemas.microsoft.com/office/drawing/2014/main" id="{BAC5CECF-2CFA-752C-68C0-160A74A5D209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217679928"/>
                        </p:ext>
                      </p:extLst>
                    </p:nvPr>
                  </p:nvGraphicFramePr>
                  <p:xfrm>
                    <a:off x="949952" y="4818909"/>
                    <a:ext cx="794975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864935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GB" sz="1200" dirty="0"/>
                                  <a:t>the @ </a:t>
                                </a:r>
                                <a:r>
                                  <a:rPr lang="en-GB" sz="1200" dirty="0" err="1"/>
                                  <a:t>i</a:t>
                                </a:r>
                                <a:r>
                                  <a:rPr lang="en-GB" sz="1200" dirty="0"/>
                                  <a:t>=1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08F8D749-13BE-97C5-6162-209FF80698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55455" y="4511479"/>
                      <a:ext cx="512076" cy="27365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08F8D749-13BE-97C5-6162-209FF806984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5455" y="4511479"/>
                      <a:ext cx="512076" cy="273651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10989" r="-9890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E74F49D-742C-1538-DF2D-9889D608BBEF}"/>
                  </a:ext>
                </a:extLst>
              </p:cNvPr>
              <p:cNvSpPr txBox="1"/>
              <p:nvPr/>
            </p:nvSpPr>
            <p:spPr>
              <a:xfrm>
                <a:off x="3515095" y="5006395"/>
                <a:ext cx="4123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800" dirty="0"/>
                  <a:t>=</a:t>
                </a:r>
              </a:p>
            </p:txBody>
          </p:sp>
        </p:grp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4E14A5C-9BD2-CD84-FB51-AB080504A645}"/>
                </a:ext>
              </a:extLst>
            </p:cNvPr>
            <p:cNvCxnSpPr>
              <a:cxnSpLocks/>
              <a:stCxn id="6" idx="2"/>
              <a:endCxn id="63" idx="1"/>
            </p:cNvCxnSpPr>
            <p:nvPr/>
          </p:nvCxnSpPr>
          <p:spPr>
            <a:xfrm>
              <a:off x="1828471" y="3584296"/>
              <a:ext cx="2258856" cy="8678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05BCC7C-D53B-6432-BD26-A5D2A634DE79}"/>
                </a:ext>
              </a:extLst>
            </p:cNvPr>
            <p:cNvCxnSpPr>
              <a:cxnSpLocks/>
              <a:stCxn id="47" idx="2"/>
              <a:endCxn id="66" idx="3"/>
            </p:cNvCxnSpPr>
            <p:nvPr/>
          </p:nvCxnSpPr>
          <p:spPr>
            <a:xfrm flipH="1">
              <a:off x="5537394" y="3589053"/>
              <a:ext cx="843927" cy="8625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905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E2D15-1D96-6D2E-8AFF-EF0AA2A3B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BE66-9DF0-8601-895D-6702BE9B0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507"/>
          </a:xfrm>
        </p:spPr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61FF1-8F19-65C6-DF71-0F1492499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61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88D53-AD24-7109-D856-429F9A051B60}"/>
              </a:ext>
            </a:extLst>
          </p:cNvPr>
          <p:cNvSpPr txBox="1"/>
          <p:nvPr/>
        </p:nvSpPr>
        <p:spPr>
          <a:xfrm>
            <a:off x="909204" y="1241714"/>
            <a:ext cx="8993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We solve by adding position dependent vectors to the input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C80E091-06A8-A6BB-FFA4-2548F45F3E33}"/>
              </a:ext>
            </a:extLst>
          </p:cNvPr>
          <p:cNvGrpSpPr/>
          <p:nvPr/>
        </p:nvGrpSpPr>
        <p:grpSpPr>
          <a:xfrm>
            <a:off x="1549901" y="1828024"/>
            <a:ext cx="7698763" cy="1761962"/>
            <a:chOff x="725146" y="2085010"/>
            <a:chExt cx="7698763" cy="176196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16E5A99-C767-4138-0389-C7D7E14012D5}"/>
                </a:ext>
              </a:extLst>
            </p:cNvPr>
            <p:cNvGrpSpPr/>
            <p:nvPr/>
          </p:nvGrpSpPr>
          <p:grpSpPr>
            <a:xfrm>
              <a:off x="725146" y="2085010"/>
              <a:ext cx="3351154" cy="1758349"/>
              <a:chOff x="363196" y="4088084"/>
              <a:chExt cx="3351154" cy="1758349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C6973F64-C111-85B3-3FBD-A0F3BFFD0528}"/>
                  </a:ext>
                </a:extLst>
              </p:cNvPr>
              <p:cNvGrpSpPr/>
              <p:nvPr/>
            </p:nvGrpSpPr>
            <p:grpSpPr>
              <a:xfrm>
                <a:off x="363196" y="4097411"/>
                <a:ext cx="557140" cy="1746945"/>
                <a:chOff x="769594" y="4097411"/>
                <a:chExt cx="557140" cy="174694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6" name="Content Placeholder 4">
                      <a:extLst>
                        <a:ext uri="{FF2B5EF4-FFF2-40B4-BE49-F238E27FC236}">
                          <a16:creationId xmlns:a16="http://schemas.microsoft.com/office/drawing/2014/main" id="{9A6918CE-47E4-8F7E-9E8D-F298B978DE9D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6" name="Content Placeholder 4">
                      <a:extLst>
                        <a:ext uri="{FF2B5EF4-FFF2-40B4-BE49-F238E27FC236}">
                          <a16:creationId xmlns:a16="http://schemas.microsoft.com/office/drawing/2014/main" id="{9A6918CE-47E4-8F7E-9E8D-F298B978DE9D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FEABE4AE-3506-17A9-AFE9-549E1F8C61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FEABE4AE-3506-17A9-AFE9-549E1F8C61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10870" r="-978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04A4366-0100-C50B-6F7D-0450AB151920}"/>
                  </a:ext>
                </a:extLst>
              </p:cNvPr>
              <p:cNvGrpSpPr/>
              <p:nvPr/>
            </p:nvGrpSpPr>
            <p:grpSpPr>
              <a:xfrm>
                <a:off x="1066645" y="4098847"/>
                <a:ext cx="557140" cy="1747417"/>
                <a:chOff x="1311315" y="4098847"/>
                <a:chExt cx="557140" cy="174741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9" name="Content Placeholder 4">
                      <a:extLst>
                        <a:ext uri="{FF2B5EF4-FFF2-40B4-BE49-F238E27FC236}">
                          <a16:creationId xmlns:a16="http://schemas.microsoft.com/office/drawing/2014/main" id="{2D4B5C2E-B8E5-92C4-3B64-A3FA0746B24F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382859" y="4406749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cat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9" name="Content Placeholder 4">
                      <a:extLst>
                        <a:ext uri="{FF2B5EF4-FFF2-40B4-BE49-F238E27FC236}">
                          <a16:creationId xmlns:a16="http://schemas.microsoft.com/office/drawing/2014/main" id="{2D4B5C2E-B8E5-92C4-3B64-A3FA0746B24F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382859" y="4406749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cat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A96131C4-56E1-41DD-F34F-E7150BE759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11315" y="4098847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A96131C4-56E1-41DD-F34F-E7150BE759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11315" y="4098847"/>
                      <a:ext cx="557140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0989" r="-9890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DFD1D90-144D-CBEB-8C24-A37FA66B0440}"/>
                  </a:ext>
                </a:extLst>
              </p:cNvPr>
              <p:cNvGrpSpPr/>
              <p:nvPr/>
            </p:nvGrpSpPr>
            <p:grpSpPr>
              <a:xfrm>
                <a:off x="1751393" y="4088084"/>
                <a:ext cx="557140" cy="1758349"/>
                <a:chOff x="1817745" y="4088084"/>
                <a:chExt cx="557140" cy="175834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0" name="Content Placeholder 4">
                      <a:extLst>
                        <a:ext uri="{FF2B5EF4-FFF2-40B4-BE49-F238E27FC236}">
                          <a16:creationId xmlns:a16="http://schemas.microsoft.com/office/drawing/2014/main" id="{A19B3E7B-75A6-C3A0-2A25-C90E5FEE246A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899549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sat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10" name="Content Placeholder 4">
                      <a:extLst>
                        <a:ext uri="{FF2B5EF4-FFF2-40B4-BE49-F238E27FC236}">
                          <a16:creationId xmlns:a16="http://schemas.microsoft.com/office/drawing/2014/main" id="{A19B3E7B-75A6-C3A0-2A25-C90E5FEE246A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899549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sat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89132143-E95E-262E-6751-C4FD75529D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7745" y="4088084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89132143-E95E-262E-6751-C4FD75529D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7745" y="4088084"/>
                      <a:ext cx="557140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0989" r="-9890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3FC91322-60F8-4912-ED61-014E668A306A}"/>
                  </a:ext>
                </a:extLst>
              </p:cNvPr>
              <p:cNvGrpSpPr/>
              <p:nvPr/>
            </p:nvGrpSpPr>
            <p:grpSpPr>
              <a:xfrm>
                <a:off x="2476077" y="4097417"/>
                <a:ext cx="557140" cy="1749016"/>
                <a:chOff x="2320571" y="4097417"/>
                <a:chExt cx="557140" cy="174901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3" name="Content Placeholder 4">
                      <a:extLst>
                        <a:ext uri="{FF2B5EF4-FFF2-40B4-BE49-F238E27FC236}">
                          <a16:creationId xmlns:a16="http://schemas.microsoft.com/office/drawing/2014/main" id="{CEC34A21-6CC5-806E-6C2E-EB2C310A9195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377084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on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13" name="Content Placeholder 4">
                      <a:extLst>
                        <a:ext uri="{FF2B5EF4-FFF2-40B4-BE49-F238E27FC236}">
                          <a16:creationId xmlns:a16="http://schemas.microsoft.com/office/drawing/2014/main" id="{CEC34A21-6CC5-806E-6C2E-EB2C310A9195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377084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on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72C07F78-7A74-B8D2-1918-E93888426C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0571" y="4097417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=4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72C07F78-7A74-B8D2-1918-E93888426CE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0571" y="4097417"/>
                      <a:ext cx="557140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0989" r="-9890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D3E32BD-0EDF-4D7B-DFB0-30C1AEFEFBFA}"/>
                  </a:ext>
                </a:extLst>
              </p:cNvPr>
              <p:cNvGrpSpPr/>
              <p:nvPr/>
            </p:nvGrpSpPr>
            <p:grpSpPr>
              <a:xfrm>
                <a:off x="3157210" y="4098461"/>
                <a:ext cx="557140" cy="1747286"/>
                <a:chOff x="2931205" y="4098461"/>
                <a:chExt cx="557140" cy="174728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5" name="Content Placeholder 4">
                      <a:extLst>
                        <a:ext uri="{FF2B5EF4-FFF2-40B4-BE49-F238E27FC236}">
                          <a16:creationId xmlns:a16="http://schemas.microsoft.com/office/drawing/2014/main" id="{8A6C0814-7A9C-9AC5-45A3-7EB7C3CD5E25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996847" y="4406232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15" name="Content Placeholder 4">
                      <a:extLst>
                        <a:ext uri="{FF2B5EF4-FFF2-40B4-BE49-F238E27FC236}">
                          <a16:creationId xmlns:a16="http://schemas.microsoft.com/office/drawing/2014/main" id="{8A6C0814-7A9C-9AC5-45A3-7EB7C3CD5E25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996847" y="4406232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89308FDB-3363-80EA-DDA7-0316511C0F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31205" y="4098461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=5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89308FDB-3363-80EA-DDA7-0316511C0F8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31205" y="4098461"/>
                      <a:ext cx="557140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0989" r="-10989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5091836-E894-5213-553E-A54FA1D40562}"/>
                </a:ext>
              </a:extLst>
            </p:cNvPr>
            <p:cNvGrpSpPr/>
            <p:nvPr/>
          </p:nvGrpSpPr>
          <p:grpSpPr>
            <a:xfrm>
              <a:off x="5297151" y="2089767"/>
              <a:ext cx="3126758" cy="1757205"/>
              <a:chOff x="5297151" y="2089767"/>
              <a:chExt cx="3126758" cy="175720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897F36C-73C0-B2BF-3F51-4EF353B5E778}"/>
                  </a:ext>
                </a:extLst>
              </p:cNvPr>
              <p:cNvGrpSpPr/>
              <p:nvPr/>
            </p:nvGrpSpPr>
            <p:grpSpPr>
              <a:xfrm>
                <a:off x="5297151" y="2099094"/>
                <a:ext cx="557140" cy="1746945"/>
                <a:chOff x="769594" y="4097411"/>
                <a:chExt cx="557140" cy="174694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7" name="Content Placeholder 4">
                      <a:extLst>
                        <a:ext uri="{FF2B5EF4-FFF2-40B4-BE49-F238E27FC236}">
                          <a16:creationId xmlns:a16="http://schemas.microsoft.com/office/drawing/2014/main" id="{C84A0FBB-5018-C5F6-7AB2-52E0A1759612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47" name="Content Placeholder 4">
                      <a:extLst>
                        <a:ext uri="{FF2B5EF4-FFF2-40B4-BE49-F238E27FC236}">
                          <a16:creationId xmlns:a16="http://schemas.microsoft.com/office/drawing/2014/main" id="{C84A0FBB-5018-C5F6-7AB2-52E0A1759612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7"/>
                                <a:stretch>
                                  <a:fillRect l="-1613" t="-2128" r="-6452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9F0615ED-A05F-8990-07FA-C2CDC6D32A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9F0615ED-A05F-8990-07FA-C2CDC6D32AB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0870" r="-978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ADE98A0A-8AC2-8291-ED50-D2E5027E1F66}"/>
                  </a:ext>
                </a:extLst>
              </p:cNvPr>
              <p:cNvGrpSpPr/>
              <p:nvPr/>
            </p:nvGrpSpPr>
            <p:grpSpPr>
              <a:xfrm>
                <a:off x="5919255" y="2100530"/>
                <a:ext cx="557140" cy="1746439"/>
                <a:chOff x="6000600" y="2100530"/>
                <a:chExt cx="557140" cy="174643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7CCDF03B-A6AA-BD89-2DEF-3E08C97EBD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00600" y="2100530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7CCDF03B-A6AA-BD89-2DEF-3E08C97EBD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00600" y="2100530"/>
                      <a:ext cx="557140" cy="2769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0870" r="-978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9" name="Content Placeholder 4">
                      <a:extLst>
                        <a:ext uri="{FF2B5EF4-FFF2-40B4-BE49-F238E27FC236}">
                          <a16:creationId xmlns:a16="http://schemas.microsoft.com/office/drawing/2014/main" id="{4CF916E5-A091-40B5-C4A3-7B6BA998BFE4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099769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(2)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49" name="Content Placeholder 4">
                      <a:extLst>
                        <a:ext uri="{FF2B5EF4-FFF2-40B4-BE49-F238E27FC236}">
                          <a16:creationId xmlns:a16="http://schemas.microsoft.com/office/drawing/2014/main" id="{4CF916E5-A091-40B5-C4A3-7B6BA998BFE4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099769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0"/>
                                <a:stretch>
                                  <a:fillRect l="-1613" t="-2128" r="-8065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40AD5A5D-1652-47A2-796C-636715DB2DE9}"/>
                  </a:ext>
                </a:extLst>
              </p:cNvPr>
              <p:cNvGrpSpPr/>
              <p:nvPr/>
            </p:nvGrpSpPr>
            <p:grpSpPr>
              <a:xfrm>
                <a:off x="6573148" y="2089767"/>
                <a:ext cx="557140" cy="1757205"/>
                <a:chOff x="6685348" y="2089767"/>
                <a:chExt cx="557140" cy="175720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BEE55D3F-F646-27C9-3455-3EC9338670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85348" y="2089767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BEE55D3F-F646-27C9-3455-3EC9338670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85348" y="2089767"/>
                      <a:ext cx="557140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10989" r="-9890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50" name="Content Placeholder 4">
                      <a:extLst>
                        <a:ext uri="{FF2B5EF4-FFF2-40B4-BE49-F238E27FC236}">
                          <a16:creationId xmlns:a16="http://schemas.microsoft.com/office/drawing/2014/main" id="{7BF3E5C2-15AB-1F0A-D004-69B2946F589B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772947" y="2407457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(3)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50" name="Content Placeholder 4">
                      <a:extLst>
                        <a:ext uri="{FF2B5EF4-FFF2-40B4-BE49-F238E27FC236}">
                          <a16:creationId xmlns:a16="http://schemas.microsoft.com/office/drawing/2014/main" id="{7BF3E5C2-15AB-1F0A-D004-69B2946F589B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772947" y="2407457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2"/>
                                <a:stretch>
                                  <a:fillRect l="-1587" t="-2128" r="-6349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65943A14-ABED-185F-B432-60F87B90C72E}"/>
                  </a:ext>
                </a:extLst>
              </p:cNvPr>
              <p:cNvGrpSpPr/>
              <p:nvPr/>
            </p:nvGrpSpPr>
            <p:grpSpPr>
              <a:xfrm>
                <a:off x="7213684" y="2099100"/>
                <a:ext cx="557140" cy="1745066"/>
                <a:chOff x="7410032" y="2099100"/>
                <a:chExt cx="557140" cy="174506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FC1DF3B6-EFDF-AC62-4D84-FA3263EF80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10032" y="2099100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=4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FC1DF3B6-EFDF-AC62-4D84-FA3263EF80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10032" y="2099100"/>
                      <a:ext cx="557140" cy="27699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10989" r="-9890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51" name="Content Placeholder 4">
                      <a:extLst>
                        <a:ext uri="{FF2B5EF4-FFF2-40B4-BE49-F238E27FC236}">
                          <a16:creationId xmlns:a16="http://schemas.microsoft.com/office/drawing/2014/main" id="{B351DAA1-BE40-AD28-C620-44B05E305B9B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7505023" y="240465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(4)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51" name="Content Placeholder 4">
                      <a:extLst>
                        <a:ext uri="{FF2B5EF4-FFF2-40B4-BE49-F238E27FC236}">
                          <a16:creationId xmlns:a16="http://schemas.microsoft.com/office/drawing/2014/main" id="{B351DAA1-BE40-AD28-C620-44B05E305B9B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7505023" y="240465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4"/>
                                <a:stretch>
                                  <a:fillRect l="-1613" t="-2128" r="-6452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3FE649F4-8026-D4AC-87C1-F2A687FD30FC}"/>
                  </a:ext>
                </a:extLst>
              </p:cNvPr>
              <p:cNvGrpSpPr/>
              <p:nvPr/>
            </p:nvGrpSpPr>
            <p:grpSpPr>
              <a:xfrm>
                <a:off x="7866769" y="2100144"/>
                <a:ext cx="557140" cy="1746825"/>
                <a:chOff x="8091165" y="2100144"/>
                <a:chExt cx="557140" cy="174682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2BC8571C-E40F-ACDE-A49D-B4A41EEA45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91165" y="2100144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=5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2BC8571C-E40F-ACDE-A49D-B4A41EEA456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91165" y="2100144"/>
                      <a:ext cx="557140" cy="27699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10989" r="-10989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52" name="Content Placeholder 4">
                      <a:extLst>
                        <a:ext uri="{FF2B5EF4-FFF2-40B4-BE49-F238E27FC236}">
                          <a16:creationId xmlns:a16="http://schemas.microsoft.com/office/drawing/2014/main" id="{E469FA81-B71B-110A-FF9A-777C23852E00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181008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(5)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52" name="Content Placeholder 4">
                      <a:extLst>
                        <a:ext uri="{FF2B5EF4-FFF2-40B4-BE49-F238E27FC236}">
                          <a16:creationId xmlns:a16="http://schemas.microsoft.com/office/drawing/2014/main" id="{E469FA81-B71B-110A-FF9A-777C23852E00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181008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6"/>
                                <a:stretch>
                                  <a:fillRect l="-1613" t="-2128" r="-8065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434F77F-1D68-5805-C307-D401C53D137C}"/>
              </a:ext>
            </a:extLst>
          </p:cNvPr>
          <p:cNvSpPr txBox="1"/>
          <p:nvPr/>
        </p:nvSpPr>
        <p:spPr>
          <a:xfrm>
            <a:off x="5638800" y="297329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D7D611-5E93-158D-DCD5-624F00CCE6B3}"/>
              </a:ext>
            </a:extLst>
          </p:cNvPr>
          <p:cNvGrpSpPr/>
          <p:nvPr/>
        </p:nvGrpSpPr>
        <p:grpSpPr>
          <a:xfrm>
            <a:off x="2531057" y="3586204"/>
            <a:ext cx="4499130" cy="2478191"/>
            <a:chOff x="2531057" y="3586204"/>
            <a:chExt cx="4499130" cy="2478191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A0F4BA2-AA4F-E264-3AEA-2E9F91F32DB4}"/>
                </a:ext>
              </a:extLst>
            </p:cNvPr>
            <p:cNvGrpSpPr/>
            <p:nvPr/>
          </p:nvGrpSpPr>
          <p:grpSpPr>
            <a:xfrm>
              <a:off x="4087327" y="4311831"/>
              <a:ext cx="2701956" cy="1752564"/>
              <a:chOff x="2089501" y="4392685"/>
              <a:chExt cx="2768066" cy="1731382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13BF1373-0DD1-9824-73E8-1A936CF2F812}"/>
                  </a:ext>
                </a:extLst>
              </p:cNvPr>
              <p:cNvGrpSpPr/>
              <p:nvPr/>
            </p:nvGrpSpPr>
            <p:grpSpPr>
              <a:xfrm>
                <a:off x="2089501" y="4394521"/>
                <a:ext cx="557140" cy="1729546"/>
                <a:chOff x="877546" y="4511479"/>
                <a:chExt cx="557140" cy="17295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62" name="Content Placeholder 4">
                      <a:extLst>
                        <a:ext uri="{FF2B5EF4-FFF2-40B4-BE49-F238E27FC236}">
                          <a16:creationId xmlns:a16="http://schemas.microsoft.com/office/drawing/2014/main" id="{5AFD5208-0CE5-72A9-D1D0-E8C7D18D58E2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555207113"/>
                        </p:ext>
                      </p:extLst>
                    </p:nvPr>
                  </p:nvGraphicFramePr>
                  <p:xfrm>
                    <a:off x="949953" y="4818909"/>
                    <a:ext cx="422415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cat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62" name="Content Placeholder 4">
                      <a:extLst>
                        <a:ext uri="{FF2B5EF4-FFF2-40B4-BE49-F238E27FC236}">
                          <a16:creationId xmlns:a16="http://schemas.microsoft.com/office/drawing/2014/main" id="{5AFD5208-0CE5-72A9-D1D0-E8C7D18D58E2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555207113"/>
                        </p:ext>
                      </p:extLst>
                    </p:nvPr>
                  </p:nvGraphicFramePr>
                  <p:xfrm>
                    <a:off x="949953" y="4818909"/>
                    <a:ext cx="422415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cat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10EAD2FB-25CF-2CEC-AAFF-19E16941131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7546" y="4511479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10EAD2FB-25CF-2CEC-AAFF-19E16941131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7546" y="4511479"/>
                      <a:ext cx="557140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12222" r="-11111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2CD3FA13-D0DD-B5CD-06ED-A8B7D4AE407D}"/>
                  </a:ext>
                </a:extLst>
              </p:cNvPr>
              <p:cNvGrpSpPr/>
              <p:nvPr/>
            </p:nvGrpSpPr>
            <p:grpSpPr>
              <a:xfrm>
                <a:off x="3004276" y="4393961"/>
                <a:ext cx="557140" cy="1729546"/>
                <a:chOff x="2972157" y="4393961"/>
                <a:chExt cx="557140" cy="17295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65" name="Content Placeholder 4">
                      <a:extLst>
                        <a:ext uri="{FF2B5EF4-FFF2-40B4-BE49-F238E27FC236}">
                          <a16:creationId xmlns:a16="http://schemas.microsoft.com/office/drawing/2014/main" id="{E4E42D30-40D4-E297-AE8D-4AD031C0B6DA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436228409"/>
                        </p:ext>
                      </p:extLst>
                    </p:nvPr>
                  </p:nvGraphicFramePr>
                  <p:xfrm>
                    <a:off x="3044564" y="4701391"/>
                    <a:ext cx="383168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(2)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65" name="Content Placeholder 4">
                      <a:extLst>
                        <a:ext uri="{FF2B5EF4-FFF2-40B4-BE49-F238E27FC236}">
                          <a16:creationId xmlns:a16="http://schemas.microsoft.com/office/drawing/2014/main" id="{E4E42D30-40D4-E297-AE8D-4AD031C0B6DA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436228409"/>
                        </p:ext>
                      </p:extLst>
                    </p:nvPr>
                  </p:nvGraphicFramePr>
                  <p:xfrm>
                    <a:off x="3044564" y="4701391"/>
                    <a:ext cx="383168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8"/>
                                <a:stretch>
                                  <a:fillRect l="-1613" t="-2128" r="-8065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72A89940-4E31-74FB-A6F0-9DDF94B986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72157" y="4393961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72A89940-4E31-74FB-A6F0-9DDF94B9863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72157" y="4393961"/>
                      <a:ext cx="557140" cy="276999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12360" r="-11236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1000CD4-E6C4-8A2A-145B-963E8207F905}"/>
                  </a:ext>
                </a:extLst>
              </p:cNvPr>
              <p:cNvSpPr txBox="1"/>
              <p:nvPr/>
            </p:nvSpPr>
            <p:spPr>
              <a:xfrm>
                <a:off x="2617219" y="5019245"/>
                <a:ext cx="4123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800" dirty="0"/>
                  <a:t>+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C6A0090A-2CDC-2CB4-D3F3-D11D84B880CF}"/>
                  </a:ext>
                </a:extLst>
              </p:cNvPr>
              <p:cNvGrpSpPr/>
              <p:nvPr/>
            </p:nvGrpSpPr>
            <p:grpSpPr>
              <a:xfrm>
                <a:off x="3971469" y="4392685"/>
                <a:ext cx="886098" cy="1729546"/>
                <a:chOff x="949952" y="4511479"/>
                <a:chExt cx="794975" cy="17295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71" name="Content Placeholder 4">
                      <a:extLst>
                        <a:ext uri="{FF2B5EF4-FFF2-40B4-BE49-F238E27FC236}">
                          <a16:creationId xmlns:a16="http://schemas.microsoft.com/office/drawing/2014/main" id="{2E48E9B8-BDC2-086D-EB60-C45371D50837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418455993"/>
                        </p:ext>
                      </p:extLst>
                    </p:nvPr>
                  </p:nvGraphicFramePr>
                  <p:xfrm>
                    <a:off x="949952" y="4818909"/>
                    <a:ext cx="794975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864935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GB" sz="1200" dirty="0"/>
                                  <a:t>cat @ </a:t>
                                </a:r>
                                <a:r>
                                  <a:rPr lang="en-GB" sz="1200" dirty="0" err="1"/>
                                  <a:t>i</a:t>
                                </a:r>
                                <a:r>
                                  <a:rPr lang="en-GB" sz="1200" dirty="0"/>
                                  <a:t>=2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71" name="Content Placeholder 4">
                      <a:extLst>
                        <a:ext uri="{FF2B5EF4-FFF2-40B4-BE49-F238E27FC236}">
                          <a16:creationId xmlns:a16="http://schemas.microsoft.com/office/drawing/2014/main" id="{2E48E9B8-BDC2-086D-EB60-C45371D50837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418455993"/>
                        </p:ext>
                      </p:extLst>
                    </p:nvPr>
                  </p:nvGraphicFramePr>
                  <p:xfrm>
                    <a:off x="949952" y="4818909"/>
                    <a:ext cx="794975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864935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GB" sz="1200" dirty="0"/>
                                  <a:t>cat @ </a:t>
                                </a:r>
                                <a:r>
                                  <a:rPr lang="en-GB" sz="1200" dirty="0" err="1"/>
                                  <a:t>i</a:t>
                                </a:r>
                                <a:r>
                                  <a:rPr lang="en-GB" sz="1200" dirty="0"/>
                                  <a:t>=2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3D1EEBAB-E35E-6E22-4DDE-102C4DDBCDF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55455" y="4511479"/>
                      <a:ext cx="49984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3D1EEBAB-E35E-6E22-4DDE-102C4DDBCDF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5455" y="4511479"/>
                      <a:ext cx="499846" cy="276999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l="-12360" r="-11236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6FD63AD-E900-9C9C-5B46-4CE93605326C}"/>
                  </a:ext>
                </a:extLst>
              </p:cNvPr>
              <p:cNvSpPr txBox="1"/>
              <p:nvPr/>
            </p:nvSpPr>
            <p:spPr>
              <a:xfrm>
                <a:off x="3515095" y="5006395"/>
                <a:ext cx="4123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800" dirty="0"/>
                  <a:t>=</a:t>
                </a:r>
              </a:p>
            </p:txBody>
          </p:sp>
        </p:grp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BD96882A-5D73-9EAF-9F56-5073C4F3B2C9}"/>
                </a:ext>
              </a:extLst>
            </p:cNvPr>
            <p:cNvCxnSpPr>
              <a:cxnSpLocks/>
              <a:stCxn id="9" idx="2"/>
              <a:endCxn id="63" idx="1"/>
            </p:cNvCxnSpPr>
            <p:nvPr/>
          </p:nvCxnSpPr>
          <p:spPr>
            <a:xfrm>
              <a:off x="2531057" y="3586204"/>
              <a:ext cx="1556270" cy="8676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332831A7-D2C9-2349-C089-9AC7677EA498}"/>
                </a:ext>
              </a:extLst>
            </p:cNvPr>
            <p:cNvCxnSpPr>
              <a:cxnSpLocks/>
              <a:stCxn id="49" idx="2"/>
              <a:endCxn id="66" idx="3"/>
            </p:cNvCxnSpPr>
            <p:nvPr/>
          </p:nvCxnSpPr>
          <p:spPr>
            <a:xfrm flipH="1">
              <a:off x="5524088" y="3589983"/>
              <a:ext cx="1506099" cy="8633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65701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8C26-635A-71B2-D34A-28CD5AC7B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07A8-6B41-E462-1577-EE6E41246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507"/>
          </a:xfrm>
        </p:spPr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80A71-4974-2446-8C3B-1FAAC0DD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62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3B4B8-1355-B766-6377-E0C5A2E36102}"/>
              </a:ext>
            </a:extLst>
          </p:cNvPr>
          <p:cNvSpPr txBox="1"/>
          <p:nvPr/>
        </p:nvSpPr>
        <p:spPr>
          <a:xfrm>
            <a:off x="909204" y="1241714"/>
            <a:ext cx="8993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We solve by adding position dependent vectors to the input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C7EA2D8-DF2E-7F73-F2B0-AB857830DCA6}"/>
              </a:ext>
            </a:extLst>
          </p:cNvPr>
          <p:cNvGrpSpPr/>
          <p:nvPr/>
        </p:nvGrpSpPr>
        <p:grpSpPr>
          <a:xfrm>
            <a:off x="1549901" y="1828024"/>
            <a:ext cx="7698763" cy="1761962"/>
            <a:chOff x="725146" y="2085010"/>
            <a:chExt cx="7698763" cy="176196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21EBB3A-4B05-C401-7243-A6ABB60ADBC1}"/>
                </a:ext>
              </a:extLst>
            </p:cNvPr>
            <p:cNvGrpSpPr/>
            <p:nvPr/>
          </p:nvGrpSpPr>
          <p:grpSpPr>
            <a:xfrm>
              <a:off x="725146" y="2085010"/>
              <a:ext cx="3351154" cy="1758349"/>
              <a:chOff x="363196" y="4088084"/>
              <a:chExt cx="3351154" cy="1758349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A2479FE-6FFC-C041-47BE-1D4591B352F6}"/>
                  </a:ext>
                </a:extLst>
              </p:cNvPr>
              <p:cNvGrpSpPr/>
              <p:nvPr/>
            </p:nvGrpSpPr>
            <p:grpSpPr>
              <a:xfrm>
                <a:off x="363196" y="4097411"/>
                <a:ext cx="557140" cy="1746945"/>
                <a:chOff x="769594" y="4097411"/>
                <a:chExt cx="557140" cy="174694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6" name="Content Placeholder 4">
                      <a:extLst>
                        <a:ext uri="{FF2B5EF4-FFF2-40B4-BE49-F238E27FC236}">
                          <a16:creationId xmlns:a16="http://schemas.microsoft.com/office/drawing/2014/main" id="{78BF9578-4255-0473-1C4D-A1FF10592EBD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6" name="Content Placeholder 4">
                      <a:extLst>
                        <a:ext uri="{FF2B5EF4-FFF2-40B4-BE49-F238E27FC236}">
                          <a16:creationId xmlns:a16="http://schemas.microsoft.com/office/drawing/2014/main" id="{78BF9578-4255-0473-1C4D-A1FF10592EBD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8E43DFC2-87E2-495D-FA75-81F9A2283D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8E43DFC2-87E2-495D-FA75-81F9A2283D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0870" r="-978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2DE361A9-5412-C615-3D96-2503493F9AE0}"/>
                  </a:ext>
                </a:extLst>
              </p:cNvPr>
              <p:cNvGrpSpPr/>
              <p:nvPr/>
            </p:nvGrpSpPr>
            <p:grpSpPr>
              <a:xfrm>
                <a:off x="1066645" y="4098847"/>
                <a:ext cx="557140" cy="1747417"/>
                <a:chOff x="1311315" y="4098847"/>
                <a:chExt cx="557140" cy="174741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9" name="Content Placeholder 4">
                      <a:extLst>
                        <a:ext uri="{FF2B5EF4-FFF2-40B4-BE49-F238E27FC236}">
                          <a16:creationId xmlns:a16="http://schemas.microsoft.com/office/drawing/2014/main" id="{E965FDEC-F35F-09CA-B2AF-8C7F5ABDA190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382859" y="4406749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cat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9" name="Content Placeholder 4">
                      <a:extLst>
                        <a:ext uri="{FF2B5EF4-FFF2-40B4-BE49-F238E27FC236}">
                          <a16:creationId xmlns:a16="http://schemas.microsoft.com/office/drawing/2014/main" id="{E965FDEC-F35F-09CA-B2AF-8C7F5ABDA190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382859" y="4406749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cat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E2916959-4D64-8A43-4E95-B676E47FDEE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11315" y="4098847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E2916959-4D64-8A43-4E95-B676E47FDEE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11315" y="4098847"/>
                      <a:ext cx="557140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0989" r="-9890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408A76B-2DD3-F6CC-AE3E-5BB0E8F08B85}"/>
                  </a:ext>
                </a:extLst>
              </p:cNvPr>
              <p:cNvGrpSpPr/>
              <p:nvPr/>
            </p:nvGrpSpPr>
            <p:grpSpPr>
              <a:xfrm>
                <a:off x="1751393" y="4088084"/>
                <a:ext cx="557140" cy="1758349"/>
                <a:chOff x="1817745" y="4088084"/>
                <a:chExt cx="557140" cy="175834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0" name="Content Placeholder 4">
                      <a:extLst>
                        <a:ext uri="{FF2B5EF4-FFF2-40B4-BE49-F238E27FC236}">
                          <a16:creationId xmlns:a16="http://schemas.microsoft.com/office/drawing/2014/main" id="{2CE30CE9-817C-F0F2-781F-43338BC76055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899549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sat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10" name="Content Placeholder 4">
                      <a:extLst>
                        <a:ext uri="{FF2B5EF4-FFF2-40B4-BE49-F238E27FC236}">
                          <a16:creationId xmlns:a16="http://schemas.microsoft.com/office/drawing/2014/main" id="{2CE30CE9-817C-F0F2-781F-43338BC76055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1899549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sat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1038E590-8BE6-3138-F155-687D9820C5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7745" y="4088084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1038E590-8BE6-3138-F155-687D9820C57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7745" y="4088084"/>
                      <a:ext cx="557140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0989" r="-9890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EF1B9A6-AE57-E012-CD98-A2F3FD9EF75F}"/>
                  </a:ext>
                </a:extLst>
              </p:cNvPr>
              <p:cNvGrpSpPr/>
              <p:nvPr/>
            </p:nvGrpSpPr>
            <p:grpSpPr>
              <a:xfrm>
                <a:off x="2476077" y="4097417"/>
                <a:ext cx="557140" cy="1749016"/>
                <a:chOff x="2320571" y="4097417"/>
                <a:chExt cx="557140" cy="174901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3" name="Content Placeholder 4">
                      <a:extLst>
                        <a:ext uri="{FF2B5EF4-FFF2-40B4-BE49-F238E27FC236}">
                          <a16:creationId xmlns:a16="http://schemas.microsoft.com/office/drawing/2014/main" id="{7841F21E-77F3-94F6-7E56-CD348666B896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377084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on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13" name="Content Placeholder 4">
                      <a:extLst>
                        <a:ext uri="{FF2B5EF4-FFF2-40B4-BE49-F238E27FC236}">
                          <a16:creationId xmlns:a16="http://schemas.microsoft.com/office/drawing/2014/main" id="{7841F21E-77F3-94F6-7E56-CD348666B896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377084" y="4406918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on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3C48CBC5-49E7-F4A2-A651-A2D4C319DA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0571" y="4097417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=4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3C48CBC5-49E7-F4A2-A651-A2D4C319DA8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0571" y="4097417"/>
                      <a:ext cx="557140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0989" r="-9890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CC2F8A7-1ED4-6B51-2E42-078D9B0DC450}"/>
                  </a:ext>
                </a:extLst>
              </p:cNvPr>
              <p:cNvGrpSpPr/>
              <p:nvPr/>
            </p:nvGrpSpPr>
            <p:grpSpPr>
              <a:xfrm>
                <a:off x="3157210" y="4098461"/>
                <a:ext cx="557140" cy="1747286"/>
                <a:chOff x="2931205" y="4098461"/>
                <a:chExt cx="557140" cy="174728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5" name="Content Placeholder 4">
                      <a:extLst>
                        <a:ext uri="{FF2B5EF4-FFF2-40B4-BE49-F238E27FC236}">
                          <a16:creationId xmlns:a16="http://schemas.microsoft.com/office/drawing/2014/main" id="{FCE83739-08EB-938F-EA9C-A271E483890C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996847" y="4406232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15" name="Content Placeholder 4">
                      <a:extLst>
                        <a:ext uri="{FF2B5EF4-FFF2-40B4-BE49-F238E27FC236}">
                          <a16:creationId xmlns:a16="http://schemas.microsoft.com/office/drawing/2014/main" id="{FCE83739-08EB-938F-EA9C-A271E483890C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2996847" y="4406232"/>
                    <a:ext cx="41232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C6278187-8292-C0FE-9C2E-0B92804D5D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31205" y="4098461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=5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C6278187-8292-C0FE-9C2E-0B92804D5D1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31205" y="4098461"/>
                      <a:ext cx="557140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0989" r="-10989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D6C8EC8-54D6-C3A1-D5B9-C4ECC0F347E8}"/>
                </a:ext>
              </a:extLst>
            </p:cNvPr>
            <p:cNvGrpSpPr/>
            <p:nvPr/>
          </p:nvGrpSpPr>
          <p:grpSpPr>
            <a:xfrm>
              <a:off x="5297151" y="2089767"/>
              <a:ext cx="3126758" cy="1757205"/>
              <a:chOff x="5297151" y="2089767"/>
              <a:chExt cx="3126758" cy="175720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526F53A8-4580-7D48-1F37-C8174F68CD8D}"/>
                  </a:ext>
                </a:extLst>
              </p:cNvPr>
              <p:cNvGrpSpPr/>
              <p:nvPr/>
            </p:nvGrpSpPr>
            <p:grpSpPr>
              <a:xfrm>
                <a:off x="5297151" y="2099094"/>
                <a:ext cx="557140" cy="1746945"/>
                <a:chOff x="769594" y="4097411"/>
                <a:chExt cx="557140" cy="174694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7" name="Content Placeholder 4">
                      <a:extLst>
                        <a:ext uri="{FF2B5EF4-FFF2-40B4-BE49-F238E27FC236}">
                          <a16:creationId xmlns:a16="http://schemas.microsoft.com/office/drawing/2014/main" id="{02D9E575-DE17-FD0D-A765-1A4446D4B010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47" name="Content Placeholder 4">
                      <a:extLst>
                        <a:ext uri="{FF2B5EF4-FFF2-40B4-BE49-F238E27FC236}">
                          <a16:creationId xmlns:a16="http://schemas.microsoft.com/office/drawing/2014/main" id="{02D9E575-DE17-FD0D-A765-1A4446D4B010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42001" y="440484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8"/>
                                <a:stretch>
                                  <a:fillRect l="-1613" t="-2128" r="-6452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1356D015-9AA6-A95A-4766-57EF53F3C3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1356D015-9AA6-A95A-4766-57EF53F3C3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9594" y="4097411"/>
                      <a:ext cx="557140" cy="2769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0870" r="-978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824A2D1A-05A2-6A6D-196C-673A4EC7D70C}"/>
                  </a:ext>
                </a:extLst>
              </p:cNvPr>
              <p:cNvGrpSpPr/>
              <p:nvPr/>
            </p:nvGrpSpPr>
            <p:grpSpPr>
              <a:xfrm>
                <a:off x="5919255" y="2100530"/>
                <a:ext cx="557140" cy="1746439"/>
                <a:chOff x="6000600" y="2100530"/>
                <a:chExt cx="557140" cy="174643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016F9274-EDE6-D69F-60E6-0DAAC96C3E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00600" y="2100530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016F9274-EDE6-D69F-60E6-0DAAC96C3E4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00600" y="2100530"/>
                      <a:ext cx="557140" cy="2769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0870" r="-978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9" name="Content Placeholder 4">
                      <a:extLst>
                        <a:ext uri="{FF2B5EF4-FFF2-40B4-BE49-F238E27FC236}">
                          <a16:creationId xmlns:a16="http://schemas.microsoft.com/office/drawing/2014/main" id="{87CB6C90-F769-1FA0-743D-D2C36B3C419C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099769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(2)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49" name="Content Placeholder 4">
                      <a:extLst>
                        <a:ext uri="{FF2B5EF4-FFF2-40B4-BE49-F238E27FC236}">
                          <a16:creationId xmlns:a16="http://schemas.microsoft.com/office/drawing/2014/main" id="{87CB6C90-F769-1FA0-743D-D2C36B3C419C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099769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1"/>
                                <a:stretch>
                                  <a:fillRect l="-1613" t="-2128" r="-8065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508E9B9-417F-E44E-5279-6550CB27E399}"/>
                  </a:ext>
                </a:extLst>
              </p:cNvPr>
              <p:cNvGrpSpPr/>
              <p:nvPr/>
            </p:nvGrpSpPr>
            <p:grpSpPr>
              <a:xfrm>
                <a:off x="6573148" y="2089767"/>
                <a:ext cx="557140" cy="1757205"/>
                <a:chOff x="6685348" y="2089767"/>
                <a:chExt cx="557140" cy="175720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B5123B71-032B-994E-6E35-A3A5701AF95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85348" y="2089767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B5123B71-032B-994E-6E35-A3A5701AF95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85348" y="2089767"/>
                      <a:ext cx="557140" cy="2769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10989" r="-9890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50" name="Content Placeholder 4">
                      <a:extLst>
                        <a:ext uri="{FF2B5EF4-FFF2-40B4-BE49-F238E27FC236}">
                          <a16:creationId xmlns:a16="http://schemas.microsoft.com/office/drawing/2014/main" id="{3BBBB3AD-7AF7-6778-2E74-1F7A3CFF83F7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772947" y="2407457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(3)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50" name="Content Placeholder 4">
                      <a:extLst>
                        <a:ext uri="{FF2B5EF4-FFF2-40B4-BE49-F238E27FC236}">
                          <a16:creationId xmlns:a16="http://schemas.microsoft.com/office/drawing/2014/main" id="{3BBBB3AD-7AF7-6778-2E74-1F7A3CFF83F7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6772947" y="2407457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3"/>
                                <a:stretch>
                                  <a:fillRect l="-1587" t="-2128" r="-6349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6EC6B5F4-EFC7-5C0B-5ABF-4C2D0ACD96EA}"/>
                  </a:ext>
                </a:extLst>
              </p:cNvPr>
              <p:cNvGrpSpPr/>
              <p:nvPr/>
            </p:nvGrpSpPr>
            <p:grpSpPr>
              <a:xfrm>
                <a:off x="7213684" y="2099100"/>
                <a:ext cx="557140" cy="1745066"/>
                <a:chOff x="7410032" y="2099100"/>
                <a:chExt cx="557140" cy="174506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868229C3-CEE6-99BE-13D5-82222C7A59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10032" y="2099100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=4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868229C3-CEE6-99BE-13D5-82222C7A590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10032" y="2099100"/>
                      <a:ext cx="557140" cy="27699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10989" r="-9890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51" name="Content Placeholder 4">
                      <a:extLst>
                        <a:ext uri="{FF2B5EF4-FFF2-40B4-BE49-F238E27FC236}">
                          <a16:creationId xmlns:a16="http://schemas.microsoft.com/office/drawing/2014/main" id="{1EB7D120-2F7A-C067-A29E-9E828EA7F223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7505023" y="240465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(4)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51" name="Content Placeholder 4">
                      <a:extLst>
                        <a:ext uri="{FF2B5EF4-FFF2-40B4-BE49-F238E27FC236}">
                          <a16:creationId xmlns:a16="http://schemas.microsoft.com/office/drawing/2014/main" id="{1EB7D120-2F7A-C067-A29E-9E828EA7F223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7505023" y="2404651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5"/>
                                <a:stretch>
                                  <a:fillRect l="-1613" t="-2128" r="-6452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348808CE-0782-9322-48EF-6EE84E158DB4}"/>
                  </a:ext>
                </a:extLst>
              </p:cNvPr>
              <p:cNvGrpSpPr/>
              <p:nvPr/>
            </p:nvGrpSpPr>
            <p:grpSpPr>
              <a:xfrm>
                <a:off x="7866769" y="2100144"/>
                <a:ext cx="557140" cy="1746825"/>
                <a:chOff x="8091165" y="2100144"/>
                <a:chExt cx="557140" cy="174682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7CA14048-8818-5514-8FDD-30FED4667B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91165" y="2100144"/>
                      <a:ext cx="557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=5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7CA14048-8818-5514-8FDD-30FED4667BC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91165" y="2100144"/>
                      <a:ext cx="557140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10989" r="-10989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52" name="Content Placeholder 4">
                      <a:extLst>
                        <a:ext uri="{FF2B5EF4-FFF2-40B4-BE49-F238E27FC236}">
                          <a16:creationId xmlns:a16="http://schemas.microsoft.com/office/drawing/2014/main" id="{5FCDD802-1168-C76F-BE49-FD22386A7C89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181008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(5)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52" name="Content Placeholder 4">
                      <a:extLst>
                        <a:ext uri="{FF2B5EF4-FFF2-40B4-BE49-F238E27FC236}">
                          <a16:creationId xmlns:a16="http://schemas.microsoft.com/office/drawing/2014/main" id="{5FCDD802-1168-C76F-BE49-FD22386A7C89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8181008" y="2407454"/>
                    <a:ext cx="374017" cy="1439515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7"/>
                                <a:stretch>
                                  <a:fillRect l="-1613" t="-2128" r="-8065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</p:grp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B934835-3CE7-2289-C193-F68088970E69}"/>
              </a:ext>
            </a:extLst>
          </p:cNvPr>
          <p:cNvSpPr txBox="1"/>
          <p:nvPr/>
        </p:nvSpPr>
        <p:spPr>
          <a:xfrm>
            <a:off x="5638800" y="297329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07E7FF-242F-E1C8-E1F4-8E7FA4889980}"/>
              </a:ext>
            </a:extLst>
          </p:cNvPr>
          <p:cNvGrpSpPr/>
          <p:nvPr/>
        </p:nvGrpSpPr>
        <p:grpSpPr>
          <a:xfrm>
            <a:off x="4087327" y="3585687"/>
            <a:ext cx="4881048" cy="2478708"/>
            <a:chOff x="4087327" y="3585687"/>
            <a:chExt cx="4881048" cy="2478708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EE6C2C4-16B9-BE11-B399-58E3D5B16925}"/>
                </a:ext>
              </a:extLst>
            </p:cNvPr>
            <p:cNvGrpSpPr/>
            <p:nvPr/>
          </p:nvGrpSpPr>
          <p:grpSpPr>
            <a:xfrm>
              <a:off x="4087327" y="4311831"/>
              <a:ext cx="2701956" cy="1752564"/>
              <a:chOff x="2089501" y="4392685"/>
              <a:chExt cx="2768066" cy="1731382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29C5AD19-112D-2178-26B7-1CCD19FBF2BB}"/>
                  </a:ext>
                </a:extLst>
              </p:cNvPr>
              <p:cNvGrpSpPr/>
              <p:nvPr/>
            </p:nvGrpSpPr>
            <p:grpSpPr>
              <a:xfrm>
                <a:off x="2089501" y="4394521"/>
                <a:ext cx="570772" cy="1729546"/>
                <a:chOff x="877546" y="4511479"/>
                <a:chExt cx="570772" cy="17295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62" name="Content Placeholder 4">
                      <a:extLst>
                        <a:ext uri="{FF2B5EF4-FFF2-40B4-BE49-F238E27FC236}">
                          <a16:creationId xmlns:a16="http://schemas.microsoft.com/office/drawing/2014/main" id="{0E0B1C41-A837-4E0B-5046-EFB10410EA12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518207712"/>
                        </p:ext>
                      </p:extLst>
                    </p:nvPr>
                  </p:nvGraphicFramePr>
                  <p:xfrm>
                    <a:off x="949953" y="4818909"/>
                    <a:ext cx="422416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62" name="Content Placeholder 4">
                      <a:extLst>
                        <a:ext uri="{FF2B5EF4-FFF2-40B4-BE49-F238E27FC236}">
                          <a16:creationId xmlns:a16="http://schemas.microsoft.com/office/drawing/2014/main" id="{0E0B1C41-A837-4E0B-5046-EFB10410EA12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518207712"/>
                        </p:ext>
                      </p:extLst>
                    </p:nvPr>
                  </p:nvGraphicFramePr>
                  <p:xfrm>
                    <a:off x="949953" y="4818909"/>
                    <a:ext cx="422416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41232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r>
                                  <a:rPr lang="en-GB" sz="1200" dirty="0"/>
                                  <a:t>the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chemeClr val="tx2">
                                  <a:lumMod val="25000"/>
                                  <a:lumOff val="75000"/>
                                </a:schemeClr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ECFB3681-4350-1777-A3CE-C3F2C458C2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7546" y="4511479"/>
                      <a:ext cx="570772" cy="27365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=5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ECFB3681-4350-1777-A3CE-C3F2C458C26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7546" y="4511479"/>
                      <a:ext cx="570772" cy="273651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10870" r="-9783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8755D62D-D848-0B51-3610-A2AE857D02B8}"/>
                  </a:ext>
                </a:extLst>
              </p:cNvPr>
              <p:cNvGrpSpPr/>
              <p:nvPr/>
            </p:nvGrpSpPr>
            <p:grpSpPr>
              <a:xfrm>
                <a:off x="3004276" y="4393961"/>
                <a:ext cx="570772" cy="1729546"/>
                <a:chOff x="2972157" y="4393961"/>
                <a:chExt cx="570772" cy="17295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65" name="Content Placeholder 4">
                      <a:extLst>
                        <a:ext uri="{FF2B5EF4-FFF2-40B4-BE49-F238E27FC236}">
                          <a16:creationId xmlns:a16="http://schemas.microsoft.com/office/drawing/2014/main" id="{48137DA8-B6B7-4BE8-9745-D329222A8B83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3044564" y="4701391"/>
                    <a:ext cx="383168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(2)</m:t>
                                      </m:r>
                                    </m:oMath>
                                  </m:oMathPara>
                                </a14:m>
                                <a:endParaRPr lang="en-GB" sz="1200" b="0" dirty="0"/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65" name="Content Placeholder 4">
                      <a:extLst>
                        <a:ext uri="{FF2B5EF4-FFF2-40B4-BE49-F238E27FC236}">
                          <a16:creationId xmlns:a16="http://schemas.microsoft.com/office/drawing/2014/main" id="{48137DA8-B6B7-4BE8-9745-D329222A8B83}"/>
                        </a:ext>
                      </a:extLst>
                    </p:cNvPr>
                    <p:cNvGraphicFramePr>
                      <a:graphicFrameLocks/>
                    </p:cNvGraphicFramePr>
                    <p:nvPr/>
                  </p:nvGraphicFramePr>
                  <p:xfrm>
                    <a:off x="3044564" y="4701391"/>
                    <a:ext cx="383168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374017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US"/>
                              </a:p>
                            </a:txBody>
                            <a:tcPr>
                              <a:blipFill>
                                <a:blip r:embed="rId19"/>
                                <a:stretch>
                                  <a:fillRect l="-1613" t="-2128" r="-8065" b="-408511"/>
                                </a:stretch>
                              </a:blip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>
                                  <a:solidFill>
                                    <a:srgbClr val="FFC000"/>
                                  </a:solidFill>
                                </a:endParaRPr>
                              </a:p>
                            </a:txBody>
                            <a:tcPr>
                              <a:solidFill>
                                <a:srgbClr val="FFC0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3C6BA2C4-23B1-25A7-D681-CF816779E5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72157" y="4393961"/>
                      <a:ext cx="570772" cy="27365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=5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3C6BA2C4-23B1-25A7-D681-CF816779E54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72157" y="4393961"/>
                      <a:ext cx="570772" cy="273651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l="-10989" r="-10989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2587E6F-85B6-4482-B04B-3BB774BA7797}"/>
                  </a:ext>
                </a:extLst>
              </p:cNvPr>
              <p:cNvSpPr txBox="1"/>
              <p:nvPr/>
            </p:nvSpPr>
            <p:spPr>
              <a:xfrm>
                <a:off x="2617219" y="5019245"/>
                <a:ext cx="4123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800" dirty="0"/>
                  <a:t>+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9FE09EAD-3A40-9C77-C25B-B05B696D2463}"/>
                  </a:ext>
                </a:extLst>
              </p:cNvPr>
              <p:cNvGrpSpPr/>
              <p:nvPr/>
            </p:nvGrpSpPr>
            <p:grpSpPr>
              <a:xfrm>
                <a:off x="3971469" y="4392685"/>
                <a:ext cx="886098" cy="1729546"/>
                <a:chOff x="949952" y="4511479"/>
                <a:chExt cx="794975" cy="17295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71" name="Content Placeholder 4">
                      <a:extLst>
                        <a:ext uri="{FF2B5EF4-FFF2-40B4-BE49-F238E27FC236}">
                          <a16:creationId xmlns:a16="http://schemas.microsoft.com/office/drawing/2014/main" id="{3B71226A-A4AA-D72E-F026-D57EC698B8CC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603056882"/>
                        </p:ext>
                      </p:extLst>
                    </p:nvPr>
                  </p:nvGraphicFramePr>
                  <p:xfrm>
                    <a:off x="949952" y="4818909"/>
                    <a:ext cx="794975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864935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GB" sz="1200" dirty="0"/>
                                  <a:t>the @ </a:t>
                                </a:r>
                                <a:r>
                                  <a:rPr lang="en-GB" sz="1200" dirty="0" err="1"/>
                                  <a:t>i</a:t>
                                </a:r>
                                <a:r>
                                  <a:rPr lang="en-GB" sz="1200" dirty="0"/>
                                  <a:t>=5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71" name="Content Placeholder 4">
                      <a:extLst>
                        <a:ext uri="{FF2B5EF4-FFF2-40B4-BE49-F238E27FC236}">
                          <a16:creationId xmlns:a16="http://schemas.microsoft.com/office/drawing/2014/main" id="{3B71226A-A4AA-D72E-F026-D57EC698B8CC}"/>
                        </a:ext>
                      </a:extLst>
                    </p:cNvPr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603056882"/>
                        </p:ext>
                      </p:extLst>
                    </p:nvPr>
                  </p:nvGraphicFramePr>
                  <p:xfrm>
                    <a:off x="949952" y="4818909"/>
                    <a:ext cx="794975" cy="1422116"/>
                  </p:xfrm>
                  <a:graphic>
                    <a:graphicData uri="http://schemas.openxmlformats.org/drawingml/2006/table">
                      <a:tbl>
                        <a:tblPr firstRow="1">
                          <a:tableStyleId>{5C22544A-7EE6-4342-B048-85BDC9FD1C3A}</a:tableStyleId>
                        </a:tblPr>
                        <a:tblGrid>
                          <a:gridCol w="864935">
                            <a:extLst>
                              <a:ext uri="{9D8B030D-6E8A-4147-A177-3AD203B41FA5}">
                                <a16:colId xmlns:a16="http://schemas.microsoft.com/office/drawing/2014/main" val="116916505"/>
                              </a:ext>
                            </a:extLst>
                          </a:gridCol>
                        </a:tblGrid>
                        <a:tr h="287903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GB" sz="1200" dirty="0"/>
                                  <a:t>the @ </a:t>
                                </a:r>
                                <a:r>
                                  <a:rPr lang="en-GB" sz="1200" dirty="0" err="1"/>
                                  <a:t>i</a:t>
                                </a:r>
                                <a:r>
                                  <a:rPr lang="en-GB" sz="1200" dirty="0"/>
                                  <a:t>=5</a:t>
                                </a:r>
                              </a:p>
                            </a:txBody>
                            <a:tcPr/>
                          </a:tc>
                          <a:extLst>
                            <a:ext uri="{0D108BD9-81ED-4DB2-BD59-A6C34878D82A}">
                              <a16:rowId xmlns:a16="http://schemas.microsoft.com/office/drawing/2014/main" val="69659909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533931161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1732967676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3626587743"/>
                            </a:ext>
                          </a:extLst>
                        </a:tr>
                        <a:tr h="287903">
                          <a:tc>
                            <a:txBody>
                              <a:bodyPr/>
                              <a:lstStyle/>
                              <a:p>
                                <a:endParaRPr lang="en-GB" sz="1200" dirty="0"/>
                              </a:p>
                            </a:txBody>
                            <a:tcPr>
                              <a:solidFill>
                                <a:srgbClr val="CCCC00"/>
                              </a:solidFill>
                            </a:tcPr>
                          </a:tc>
                          <a:extLst>
                            <a:ext uri="{0D108BD9-81ED-4DB2-BD59-A6C34878D82A}">
                              <a16:rowId xmlns:a16="http://schemas.microsoft.com/office/drawing/2014/main" val="2234228111"/>
                            </a:ext>
                          </a:extLst>
                        </a:tr>
                      </a:tbl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CF3B241E-0A5E-2E5C-971A-23514179D1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55455" y="4511479"/>
                      <a:ext cx="512076" cy="27365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=5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CF3B241E-0A5E-2E5C-971A-23514179D1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5455" y="4511479"/>
                      <a:ext cx="512076" cy="273651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10989" r="-10989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09F20CE-8385-90D1-8035-00207041001B}"/>
                  </a:ext>
                </a:extLst>
              </p:cNvPr>
              <p:cNvSpPr txBox="1"/>
              <p:nvPr/>
            </p:nvSpPr>
            <p:spPr>
              <a:xfrm>
                <a:off x="3515095" y="5006395"/>
                <a:ext cx="4123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800" dirty="0"/>
                  <a:t>=</a:t>
                </a:r>
              </a:p>
            </p:txBody>
          </p:sp>
        </p:grp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7B76A41-0689-D9EF-1D9B-52B96C15F94F}"/>
                </a:ext>
              </a:extLst>
            </p:cNvPr>
            <p:cNvCxnSpPr>
              <a:cxnSpLocks/>
              <a:stCxn id="15" idx="2"/>
              <a:endCxn id="63" idx="0"/>
            </p:cNvCxnSpPr>
            <p:nvPr/>
          </p:nvCxnSpPr>
          <p:spPr>
            <a:xfrm flipH="1">
              <a:off x="4365897" y="3585687"/>
              <a:ext cx="249823" cy="7280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72EF824-5E16-E304-2B44-8AC61D9F57D5}"/>
                </a:ext>
              </a:extLst>
            </p:cNvPr>
            <p:cNvCxnSpPr>
              <a:cxnSpLocks/>
              <a:stCxn id="52" idx="2"/>
              <a:endCxn id="66" idx="3"/>
            </p:cNvCxnSpPr>
            <p:nvPr/>
          </p:nvCxnSpPr>
          <p:spPr>
            <a:xfrm flipH="1">
              <a:off x="5537394" y="3589983"/>
              <a:ext cx="3430981" cy="8616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11525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515C-5F5B-83D4-F112-E9E89261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BC083-91FF-C5EE-55B4-06F5676B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507"/>
          </a:xfrm>
        </p:spPr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D2BC5-BDAB-6622-C2E1-B3167E27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63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9FE25B-3D79-7685-021D-0AE8CD6FB25F}"/>
                  </a:ext>
                </a:extLst>
              </p:cNvPr>
              <p:cNvSpPr txBox="1"/>
              <p:nvPr/>
            </p:nvSpPr>
            <p:spPr>
              <a:xfrm>
                <a:off x="909205" y="1241714"/>
                <a:ext cx="4729212" cy="2305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Example functions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10000</m:t>
                                    </m:r>
                                  </m:e>
                                  <m:sup>
                                    <m:f>
                                      <m:fPr>
                                        <m:type m:val="lin"/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num>
                                      <m:den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den>
                                    </m:f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2400" dirty="0"/>
              </a:p>
              <a:p>
                <a:pPr lvl="1"/>
                <a:endParaRPr lang="en-GB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10000</m:t>
                                    </m:r>
                                  </m:e>
                                  <m:sup>
                                    <m:f>
                                      <m:fPr>
                                        <m:type m:val="lin"/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num>
                                      <m:den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den>
                                    </m:f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9FE25B-3D79-7685-021D-0AE8CD6FB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05" y="1241714"/>
                <a:ext cx="4729212" cy="2305759"/>
              </a:xfrm>
              <a:prstGeom prst="rect">
                <a:avLst/>
              </a:prstGeom>
              <a:blipFill>
                <a:blip r:embed="rId3"/>
                <a:stretch>
                  <a:fillRect l="-1675" t="-2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CC05865C-D5A0-F2FF-5455-837FBA0AF748}"/>
              </a:ext>
            </a:extLst>
          </p:cNvPr>
          <p:cNvSpPr txBox="1"/>
          <p:nvPr/>
        </p:nvSpPr>
        <p:spPr>
          <a:xfrm>
            <a:off x="5638800" y="297329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A1C108-0CD6-40B1-F9D1-83286200A9EE}"/>
                  </a:ext>
                </a:extLst>
              </p:cNvPr>
              <p:cNvSpPr txBox="1"/>
              <p:nvPr/>
            </p:nvSpPr>
            <p:spPr>
              <a:xfrm>
                <a:off x="5278582" y="2444088"/>
                <a:ext cx="27431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d>
                        <m:dPr>
                          <m:begChr m:val="⌊"/>
                          <m:endChr m:val="⌋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A1C108-0CD6-40B1-F9D1-83286200A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582" y="2444088"/>
                <a:ext cx="2743135" cy="461665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30065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B3821-AF06-43B4-DB0B-5736918D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69A2A-D420-4680-AB62-C95B7544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507"/>
          </a:xfrm>
        </p:spPr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7F932-82C6-6FD4-5FAE-D491CCAF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64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AFDAA-305A-5793-755B-E1BA2CFEA433}"/>
              </a:ext>
            </a:extLst>
          </p:cNvPr>
          <p:cNvSpPr txBox="1"/>
          <p:nvPr/>
        </p:nvSpPr>
        <p:spPr>
          <a:xfrm>
            <a:off x="909204" y="1241714"/>
            <a:ext cx="8993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Putting it all together (finally!)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79E5A3-5E5E-045D-616E-6C1DC114D945}"/>
              </a:ext>
            </a:extLst>
          </p:cNvPr>
          <p:cNvSpPr txBox="1"/>
          <p:nvPr/>
        </p:nvSpPr>
        <p:spPr>
          <a:xfrm>
            <a:off x="5638800" y="297329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CFED48-6239-40B7-FA3C-ABD29A195CEF}"/>
              </a:ext>
            </a:extLst>
          </p:cNvPr>
          <p:cNvGrpSpPr/>
          <p:nvPr/>
        </p:nvGrpSpPr>
        <p:grpSpPr>
          <a:xfrm>
            <a:off x="54006" y="2364385"/>
            <a:ext cx="2061635" cy="2032177"/>
            <a:chOff x="89547" y="2013510"/>
            <a:chExt cx="2061635" cy="203217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0C2F9FF-2B33-C708-4D6C-6148852B5370}"/>
                </a:ext>
              </a:extLst>
            </p:cNvPr>
            <p:cNvSpPr txBox="1"/>
            <p:nvPr/>
          </p:nvSpPr>
          <p:spPr>
            <a:xfrm>
              <a:off x="287706" y="2013510"/>
              <a:ext cx="1524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Input embeddings</a:t>
              </a:r>
            </a:p>
          </p:txBody>
        </p:sp>
        <p:graphicFrame>
          <p:nvGraphicFramePr>
            <p:cNvPr id="38" name="Content Placeholder 4">
              <a:extLst>
                <a:ext uri="{FF2B5EF4-FFF2-40B4-BE49-F238E27FC236}">
                  <a16:creationId xmlns:a16="http://schemas.microsoft.com/office/drawing/2014/main" id="{A0F3D90B-FE8B-81EC-C61E-C29C0076188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9547" y="2606172"/>
            <a:ext cx="2061635" cy="1439515"/>
          </p:xfrm>
          <a:graphic>
            <a:graphicData uri="http://schemas.openxmlformats.org/drawingml/2006/table">
              <a:tbl>
                <a:tblPr firstRow="1">
                  <a:tableStyleId>{5C22544A-7EE6-4342-B048-85BDC9FD1C3A}</a:tableStyleId>
                </a:tblPr>
                <a:tblGrid>
                  <a:gridCol w="412327">
                    <a:extLst>
                      <a:ext uri="{9D8B030D-6E8A-4147-A177-3AD203B41FA5}">
                        <a16:colId xmlns:a16="http://schemas.microsoft.com/office/drawing/2014/main" val="116916505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858692082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1217996601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1242521241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3847871238"/>
                      </a:ext>
                    </a:extLst>
                  </a:gridCol>
                </a:tblGrid>
                <a:tr h="287903">
                  <a:tc>
                    <a:txBody>
                      <a:bodyPr/>
                      <a:lstStyle/>
                      <a:p>
                        <a:r>
                          <a:rPr lang="en-GB" sz="1200" dirty="0"/>
                          <a:t>the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/>
                          <a:t>cat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/>
                          <a:t>sat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/>
                          <a:t>on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/>
                          <a:t>the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696599091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33931161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32967676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626587743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234228111"/>
                    </a:ext>
                  </a:extLst>
                </a:tr>
              </a:tbl>
            </a:graphicData>
          </a:graphic>
        </p:graphicFrame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7B07CB5-DEC8-F2E5-3E2B-741825493281}"/>
              </a:ext>
            </a:extLst>
          </p:cNvPr>
          <p:cNvGrpSpPr/>
          <p:nvPr/>
        </p:nvGrpSpPr>
        <p:grpSpPr>
          <a:xfrm>
            <a:off x="10089114" y="2367928"/>
            <a:ext cx="2061635" cy="2032177"/>
            <a:chOff x="89547" y="2013510"/>
            <a:chExt cx="2061635" cy="203217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ACE8EF3-327D-C723-18F4-9028FEC7EA35}"/>
                </a:ext>
              </a:extLst>
            </p:cNvPr>
            <p:cNvSpPr txBox="1"/>
            <p:nvPr/>
          </p:nvSpPr>
          <p:spPr>
            <a:xfrm>
              <a:off x="287706" y="2013510"/>
              <a:ext cx="1524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Output embeddings</a:t>
              </a:r>
            </a:p>
          </p:txBody>
        </p:sp>
        <p:graphicFrame>
          <p:nvGraphicFramePr>
            <p:cNvPr id="36" name="Content Placeholder 4">
              <a:extLst>
                <a:ext uri="{FF2B5EF4-FFF2-40B4-BE49-F238E27FC236}">
                  <a16:creationId xmlns:a16="http://schemas.microsoft.com/office/drawing/2014/main" id="{913C4022-0B69-D011-12A9-EB5BD9C7A15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9547" y="2606172"/>
            <a:ext cx="2061635" cy="1439515"/>
          </p:xfrm>
          <a:graphic>
            <a:graphicData uri="http://schemas.openxmlformats.org/drawingml/2006/table">
              <a:tbl>
                <a:tblPr firstRow="1">
                  <a:tableStyleId>{5C22544A-7EE6-4342-B048-85BDC9FD1C3A}</a:tableStyleId>
                </a:tblPr>
                <a:tblGrid>
                  <a:gridCol w="412327">
                    <a:extLst>
                      <a:ext uri="{9D8B030D-6E8A-4147-A177-3AD203B41FA5}">
                        <a16:colId xmlns:a16="http://schemas.microsoft.com/office/drawing/2014/main" val="116916505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858692082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1217996601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1242521241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3847871238"/>
                      </a:ext>
                    </a:extLst>
                  </a:gridCol>
                </a:tblGrid>
                <a:tr h="287903">
                  <a:tc>
                    <a:txBody>
                      <a:bodyPr/>
                      <a:lstStyle/>
                      <a:p>
                        <a:r>
                          <a:rPr lang="en-GB" sz="1200" dirty="0"/>
                          <a:t>the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/>
                          <a:t>cat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/>
                          <a:t>sat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/>
                          <a:t>on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/>
                          <a:t>the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696599091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33931161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32967676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626587743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234228111"/>
                    </a:ext>
                  </a:extLst>
                </a:tr>
              </a:tbl>
            </a:graphicData>
          </a:graphic>
        </p:graphicFrame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72EFF00-DB6E-E9D5-60EC-064C3EEA636D}"/>
              </a:ext>
            </a:extLst>
          </p:cNvPr>
          <p:cNvGrpSpPr/>
          <p:nvPr/>
        </p:nvGrpSpPr>
        <p:grpSpPr>
          <a:xfrm>
            <a:off x="2105669" y="2801056"/>
            <a:ext cx="7666799" cy="1741970"/>
            <a:chOff x="2105669" y="2805818"/>
            <a:chExt cx="7666799" cy="1741970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0ED708D-09B6-445B-7E2F-6EC0962B126A}"/>
                </a:ext>
              </a:extLst>
            </p:cNvPr>
            <p:cNvCxnSpPr>
              <a:cxnSpLocks/>
            </p:cNvCxnSpPr>
            <p:nvPr/>
          </p:nvCxnSpPr>
          <p:spPr>
            <a:xfrm>
              <a:off x="2105669" y="3669713"/>
              <a:ext cx="429940" cy="709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8C0B1FE-ABCB-5EF5-9AB9-33DE7D47C138}"/>
                </a:ext>
              </a:extLst>
            </p:cNvPr>
            <p:cNvGrpSpPr/>
            <p:nvPr/>
          </p:nvGrpSpPr>
          <p:grpSpPr>
            <a:xfrm>
              <a:off x="3030243" y="2812908"/>
              <a:ext cx="887819" cy="1727791"/>
              <a:chOff x="3697272" y="2812908"/>
              <a:chExt cx="1249325" cy="1727791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EF864853-DCDF-6BA6-19C3-8CE682A58B57}"/>
                  </a:ext>
                </a:extLst>
              </p:cNvPr>
              <p:cNvSpPr/>
              <p:nvPr/>
            </p:nvSpPr>
            <p:spPr>
              <a:xfrm>
                <a:off x="3697272" y="2812908"/>
                <a:ext cx="1249325" cy="1727791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92F4B53-013E-9976-B908-FE42769E604A}"/>
                  </a:ext>
                </a:extLst>
              </p:cNvPr>
              <p:cNvSpPr txBox="1"/>
              <p:nvPr/>
            </p:nvSpPr>
            <p:spPr>
              <a:xfrm>
                <a:off x="4030884" y="2964678"/>
                <a:ext cx="800219" cy="1431884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pPr algn="ctr"/>
                <a:r>
                  <a:rPr lang="en-GB" sz="2000" dirty="0"/>
                  <a:t>Transformer Block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8747314-B2C9-89C3-6A79-CDA04ED4BE9F}"/>
                </a:ext>
              </a:extLst>
            </p:cNvPr>
            <p:cNvGrpSpPr/>
            <p:nvPr/>
          </p:nvGrpSpPr>
          <p:grpSpPr>
            <a:xfrm>
              <a:off x="4202436" y="2805818"/>
              <a:ext cx="887820" cy="1727791"/>
              <a:chOff x="3583735" y="2812908"/>
              <a:chExt cx="1249324" cy="1727791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85A5497D-35C8-49A1-3AE2-8372E4276CEB}"/>
                  </a:ext>
                </a:extLst>
              </p:cNvPr>
              <p:cNvSpPr/>
              <p:nvPr/>
            </p:nvSpPr>
            <p:spPr>
              <a:xfrm>
                <a:off x="3583735" y="2812908"/>
                <a:ext cx="1249324" cy="1727791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D468C3C-C3C3-855A-15D3-AC24DC3C8D10}"/>
                  </a:ext>
                </a:extLst>
              </p:cNvPr>
              <p:cNvSpPr txBox="1"/>
              <p:nvPr/>
            </p:nvSpPr>
            <p:spPr>
              <a:xfrm>
                <a:off x="3900508" y="2964678"/>
                <a:ext cx="800219" cy="1431884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pPr algn="ctr"/>
                <a:r>
                  <a:rPr lang="en-GB" sz="2000" dirty="0"/>
                  <a:t>Transformer Block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54773FD-8323-447C-C590-A863F69F8C91}"/>
                </a:ext>
              </a:extLst>
            </p:cNvPr>
            <p:cNvGrpSpPr/>
            <p:nvPr/>
          </p:nvGrpSpPr>
          <p:grpSpPr>
            <a:xfrm>
              <a:off x="5378487" y="2811135"/>
              <a:ext cx="887819" cy="1727791"/>
              <a:chOff x="3476500" y="2812908"/>
              <a:chExt cx="1249325" cy="1727791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B045403E-58BD-BADF-6133-DB981690B554}"/>
                  </a:ext>
                </a:extLst>
              </p:cNvPr>
              <p:cNvSpPr/>
              <p:nvPr/>
            </p:nvSpPr>
            <p:spPr>
              <a:xfrm>
                <a:off x="3476500" y="2812908"/>
                <a:ext cx="1249325" cy="1727791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446365-8266-105E-2BAB-6C27C6DF4370}"/>
                  </a:ext>
                </a:extLst>
              </p:cNvPr>
              <p:cNvSpPr txBox="1"/>
              <p:nvPr/>
            </p:nvSpPr>
            <p:spPr>
              <a:xfrm>
                <a:off x="3810112" y="2964678"/>
                <a:ext cx="800219" cy="1431884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pPr algn="ctr"/>
                <a:r>
                  <a:rPr lang="en-GB" sz="2000" dirty="0"/>
                  <a:t>Transformer Block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7428ACD-9326-439F-3FBB-CE40E880F458}"/>
                </a:ext>
              </a:extLst>
            </p:cNvPr>
            <p:cNvGrpSpPr/>
            <p:nvPr/>
          </p:nvGrpSpPr>
          <p:grpSpPr>
            <a:xfrm>
              <a:off x="6546877" y="2816451"/>
              <a:ext cx="887820" cy="1727791"/>
              <a:chOff x="3351561" y="2812908"/>
              <a:chExt cx="1249325" cy="1727791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78B31A4-D9D8-2EC9-1129-800F8C8A60C2}"/>
                  </a:ext>
                </a:extLst>
              </p:cNvPr>
              <p:cNvSpPr/>
              <p:nvPr/>
            </p:nvSpPr>
            <p:spPr>
              <a:xfrm>
                <a:off x="3351561" y="2812908"/>
                <a:ext cx="1249325" cy="1727791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33A5E44-6818-6C1A-5FD0-080B24EDAC20}"/>
                  </a:ext>
                </a:extLst>
              </p:cNvPr>
              <p:cNvSpPr txBox="1"/>
              <p:nvPr/>
            </p:nvSpPr>
            <p:spPr>
              <a:xfrm>
                <a:off x="3685178" y="2964678"/>
                <a:ext cx="800218" cy="1431884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pPr algn="ctr"/>
                <a:r>
                  <a:rPr lang="en-GB" sz="2000" dirty="0"/>
                  <a:t>Transformer Block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7241B44-70DD-A1A4-CC73-17DC2971F7AF}"/>
                </a:ext>
              </a:extLst>
            </p:cNvPr>
            <p:cNvGrpSpPr/>
            <p:nvPr/>
          </p:nvGrpSpPr>
          <p:grpSpPr>
            <a:xfrm>
              <a:off x="7725961" y="2816453"/>
              <a:ext cx="887819" cy="1727791"/>
              <a:chOff x="3245431" y="2812908"/>
              <a:chExt cx="1249325" cy="1727791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5153A968-F77A-4F9C-6F13-B7B05547B7EA}"/>
                  </a:ext>
                </a:extLst>
              </p:cNvPr>
              <p:cNvSpPr/>
              <p:nvPr/>
            </p:nvSpPr>
            <p:spPr>
              <a:xfrm>
                <a:off x="3245431" y="2812908"/>
                <a:ext cx="1249325" cy="1727791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3B5C07-97CE-E6D3-30D9-9C75699C65A6}"/>
                  </a:ext>
                </a:extLst>
              </p:cNvPr>
              <p:cNvSpPr txBox="1"/>
              <p:nvPr/>
            </p:nvSpPr>
            <p:spPr>
              <a:xfrm>
                <a:off x="3579043" y="2964678"/>
                <a:ext cx="800219" cy="1431884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pPr algn="ctr"/>
                <a:r>
                  <a:rPr lang="en-GB" sz="2000" dirty="0"/>
                  <a:t>Transformer Block</a:t>
                </a: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2A9434E-1281-970B-2350-C5715F27E3B1}"/>
                </a:ext>
              </a:extLst>
            </p:cNvPr>
            <p:cNvCxnSpPr>
              <a:cxnSpLocks/>
            </p:cNvCxnSpPr>
            <p:nvPr/>
          </p:nvCxnSpPr>
          <p:spPr>
            <a:xfrm>
              <a:off x="3927102" y="3671486"/>
              <a:ext cx="27663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63B2784-CBED-13FE-FA73-059324376901}"/>
                </a:ext>
              </a:extLst>
            </p:cNvPr>
            <p:cNvGrpSpPr/>
            <p:nvPr/>
          </p:nvGrpSpPr>
          <p:grpSpPr>
            <a:xfrm>
              <a:off x="8884649" y="2819997"/>
              <a:ext cx="887819" cy="1727791"/>
              <a:chOff x="3126199" y="2812908"/>
              <a:chExt cx="1249325" cy="1727791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C61413E9-0E55-245C-7CAD-6CE125C8250A}"/>
                  </a:ext>
                </a:extLst>
              </p:cNvPr>
              <p:cNvSpPr/>
              <p:nvPr/>
            </p:nvSpPr>
            <p:spPr>
              <a:xfrm>
                <a:off x="3126199" y="2812908"/>
                <a:ext cx="1249325" cy="1727791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C6CF291-DA6C-878B-772D-748E8A97CC2C}"/>
                  </a:ext>
                </a:extLst>
              </p:cNvPr>
              <p:cNvSpPr txBox="1"/>
              <p:nvPr/>
            </p:nvSpPr>
            <p:spPr>
              <a:xfrm>
                <a:off x="3459812" y="2964678"/>
                <a:ext cx="800219" cy="1431884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pPr algn="ctr"/>
                <a:r>
                  <a:rPr lang="en-GB" sz="2000" dirty="0"/>
                  <a:t>Transformer Block</a:t>
                </a:r>
              </a:p>
            </p:txBody>
          </p:sp>
        </p:grp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52DD83-8E5A-47A3-3798-9BC537D2CF58}"/>
              </a:ext>
            </a:extLst>
          </p:cNvPr>
          <p:cNvCxnSpPr>
            <a:cxnSpLocks/>
          </p:cNvCxnSpPr>
          <p:nvPr/>
        </p:nvCxnSpPr>
        <p:spPr>
          <a:xfrm flipV="1">
            <a:off x="9764247" y="3661953"/>
            <a:ext cx="326339" cy="4018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0149CAD-8D38-1522-6F96-020E0EF6E304}"/>
              </a:ext>
            </a:extLst>
          </p:cNvPr>
          <p:cNvGrpSpPr/>
          <p:nvPr/>
        </p:nvGrpSpPr>
        <p:grpSpPr>
          <a:xfrm>
            <a:off x="51020" y="4692216"/>
            <a:ext cx="2061635" cy="2032177"/>
            <a:chOff x="51020" y="4692216"/>
            <a:chExt cx="2061635" cy="203217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40BB08-BE1B-C009-B248-F8C0AF86107C}"/>
                </a:ext>
              </a:extLst>
            </p:cNvPr>
            <p:cNvSpPr txBox="1"/>
            <p:nvPr/>
          </p:nvSpPr>
          <p:spPr>
            <a:xfrm>
              <a:off x="249179" y="4692216"/>
              <a:ext cx="1524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Position encodings</a:t>
              </a:r>
            </a:p>
          </p:txBody>
        </p:sp>
        <p:graphicFrame>
          <p:nvGraphicFramePr>
            <p:cNvPr id="42" name="Content Placeholder 4">
              <a:extLst>
                <a:ext uri="{FF2B5EF4-FFF2-40B4-BE49-F238E27FC236}">
                  <a16:creationId xmlns:a16="http://schemas.microsoft.com/office/drawing/2014/main" id="{8CC5CC18-3493-8476-1C15-363AC800A05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79166166"/>
                </p:ext>
              </p:extLst>
            </p:nvPr>
          </p:nvGraphicFramePr>
          <p:xfrm>
            <a:off x="51020" y="5284878"/>
            <a:ext cx="2061635" cy="1439515"/>
          </p:xfrm>
          <a:graphic>
            <a:graphicData uri="http://schemas.openxmlformats.org/drawingml/2006/table">
              <a:tbl>
                <a:tblPr firstRow="1">
                  <a:tableStyleId>{5C22544A-7EE6-4342-B048-85BDC9FD1C3A}</a:tableStyleId>
                </a:tblPr>
                <a:tblGrid>
                  <a:gridCol w="412327">
                    <a:extLst>
                      <a:ext uri="{9D8B030D-6E8A-4147-A177-3AD203B41FA5}">
                        <a16:colId xmlns:a16="http://schemas.microsoft.com/office/drawing/2014/main" val="116916505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858692082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1217996601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1242521241"/>
                      </a:ext>
                    </a:extLst>
                  </a:gridCol>
                  <a:gridCol w="412327">
                    <a:extLst>
                      <a:ext uri="{9D8B030D-6E8A-4147-A177-3AD203B41FA5}">
                        <a16:colId xmlns:a16="http://schemas.microsoft.com/office/drawing/2014/main" val="3847871238"/>
                      </a:ext>
                    </a:extLst>
                  </a:gridCol>
                </a:tblGrid>
                <a:tr h="287903">
                  <a:tc>
                    <a:txBody>
                      <a:bodyPr/>
                      <a:lstStyle/>
                      <a:p>
                        <a:r>
                          <a:rPr lang="en-GB" sz="1200" dirty="0" err="1"/>
                          <a:t>i</a:t>
                        </a:r>
                        <a:r>
                          <a:rPr lang="en-GB" sz="1200" dirty="0"/>
                          <a:t>=1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 err="1"/>
                          <a:t>i</a:t>
                        </a:r>
                        <a:r>
                          <a:rPr lang="en-GB" sz="1200" dirty="0"/>
                          <a:t>=2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 err="1"/>
                          <a:t>i</a:t>
                        </a:r>
                        <a:r>
                          <a:rPr lang="en-GB" sz="1200" dirty="0"/>
                          <a:t>=3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 err="1"/>
                          <a:t>i</a:t>
                        </a:r>
                        <a:r>
                          <a:rPr lang="en-GB" sz="1200" dirty="0"/>
                          <a:t>=4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GB" sz="1200" dirty="0" err="1"/>
                          <a:t>i</a:t>
                        </a:r>
                        <a:r>
                          <a:rPr lang="en-GB" sz="1200" dirty="0"/>
                          <a:t>=5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696599091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33931161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32967676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626587743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rgbClr val="FFC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234228111"/>
                    </a:ext>
                  </a:extLst>
                </a:tr>
              </a:tbl>
            </a:graphicData>
          </a:graphic>
        </p:graphicFrame>
      </p:grpSp>
      <p:sp>
        <p:nvSpPr>
          <p:cNvPr id="44" name="Flowchart: Or 43">
            <a:extLst>
              <a:ext uri="{FF2B5EF4-FFF2-40B4-BE49-F238E27FC236}">
                <a16:creationId xmlns:a16="http://schemas.microsoft.com/office/drawing/2014/main" id="{AD306987-C0E4-4133-D438-2F3DFBDB774E}"/>
              </a:ext>
            </a:extLst>
          </p:cNvPr>
          <p:cNvSpPr/>
          <p:nvPr/>
        </p:nvSpPr>
        <p:spPr>
          <a:xfrm>
            <a:off x="2320045" y="3472382"/>
            <a:ext cx="418353" cy="394445"/>
          </a:xfrm>
          <a:prstGeom prst="flowChartOr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DBCED73-6005-5C42-8DCF-62E98B1386A2}"/>
              </a:ext>
            </a:extLst>
          </p:cNvPr>
          <p:cNvCxnSpPr>
            <a:cxnSpLocks/>
          </p:cNvCxnSpPr>
          <p:nvPr/>
        </p:nvCxnSpPr>
        <p:spPr>
          <a:xfrm>
            <a:off x="2608325" y="3670401"/>
            <a:ext cx="429940" cy="709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432E2D5-F93D-76E1-3AE3-997FDCC2ED6A}"/>
              </a:ext>
            </a:extLst>
          </p:cNvPr>
          <p:cNvCxnSpPr>
            <a:cxnSpLocks/>
          </p:cNvCxnSpPr>
          <p:nvPr/>
        </p:nvCxnSpPr>
        <p:spPr>
          <a:xfrm>
            <a:off x="5090967" y="3665871"/>
            <a:ext cx="27663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0809C6E-2ED3-7E64-D3A0-E5E0952D48A3}"/>
              </a:ext>
            </a:extLst>
          </p:cNvPr>
          <p:cNvCxnSpPr>
            <a:cxnSpLocks/>
          </p:cNvCxnSpPr>
          <p:nvPr/>
        </p:nvCxnSpPr>
        <p:spPr>
          <a:xfrm>
            <a:off x="6268450" y="3665018"/>
            <a:ext cx="27663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E735B94-CB24-4655-E574-3CCCEC66088C}"/>
              </a:ext>
            </a:extLst>
          </p:cNvPr>
          <p:cNvCxnSpPr>
            <a:cxnSpLocks/>
          </p:cNvCxnSpPr>
          <p:nvPr/>
        </p:nvCxnSpPr>
        <p:spPr>
          <a:xfrm>
            <a:off x="7435719" y="3664162"/>
            <a:ext cx="27663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F413140-4D27-6C09-45DA-F0A657712584}"/>
              </a:ext>
            </a:extLst>
          </p:cNvPr>
          <p:cNvCxnSpPr>
            <a:cxnSpLocks/>
          </p:cNvCxnSpPr>
          <p:nvPr/>
        </p:nvCxnSpPr>
        <p:spPr>
          <a:xfrm>
            <a:off x="8620014" y="3665010"/>
            <a:ext cx="27663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BA63CF45-94CE-606C-1BCE-0BC3B85E6866}"/>
              </a:ext>
            </a:extLst>
          </p:cNvPr>
          <p:cNvCxnSpPr>
            <a:cxnSpLocks/>
            <a:stCxn id="42" idx="3"/>
            <a:endCxn id="44" idx="4"/>
          </p:cNvCxnSpPr>
          <p:nvPr/>
        </p:nvCxnSpPr>
        <p:spPr>
          <a:xfrm flipV="1">
            <a:off x="2112655" y="3866827"/>
            <a:ext cx="416567" cy="2137808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577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84508-5CBA-8B00-DE66-94617D4ED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F67E-A879-FEA1-1AEE-012FF7A1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Different types of transformers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B63DC-CCAD-9D5E-5D0C-40B35078C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Encoders, Decoders, Cross-attention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37D3B-528A-63E6-09AA-808A7F2C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0602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16A1-E4BE-44F5-F7E5-2CCB7CF7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A0F2-4B4B-61F4-834A-B62BC0025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types of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D82B5-B20E-E908-1B8D-6FB90DACA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21" y="1740477"/>
            <a:ext cx="11616765" cy="4327814"/>
          </a:xfrm>
        </p:spPr>
        <p:txBody>
          <a:bodyPr>
            <a:normAutofit/>
          </a:bodyPr>
          <a:lstStyle/>
          <a:p>
            <a:r>
              <a:rPr lang="en-GB" dirty="0"/>
              <a:t>What we covered was embedding vector </a:t>
            </a:r>
            <a:r>
              <a:rPr lang="en-GB" dirty="0">
                <a:sym typeface="Symbol" panose="05050102010706020507" pitchFamily="18" charset="2"/>
              </a:rPr>
              <a:t> token (word)</a:t>
            </a:r>
          </a:p>
          <a:p>
            <a:endParaRPr lang="en-GB" dirty="0">
              <a:sym typeface="Symbol" panose="05050102010706020507" pitchFamily="18" charset="2"/>
            </a:endParaRPr>
          </a:p>
          <a:p>
            <a:endParaRPr lang="en-GB" dirty="0">
              <a:sym typeface="Symbol" panose="05050102010706020507" pitchFamily="18" charset="2"/>
            </a:endParaRPr>
          </a:p>
          <a:p>
            <a:endParaRPr lang="en-GB" dirty="0">
              <a:sym typeface="Symbol" panose="05050102010706020507" pitchFamily="18" charset="2"/>
            </a:endParaRPr>
          </a:p>
          <a:p>
            <a:endParaRPr lang="en-GB" dirty="0">
              <a:sym typeface="Symbol" panose="05050102010706020507" pitchFamily="18" charset="2"/>
            </a:endParaRPr>
          </a:p>
          <a:p>
            <a:r>
              <a:rPr lang="en-GB" dirty="0">
                <a:sym typeface="Symbol" panose="05050102010706020507" pitchFamily="18" charset="2"/>
              </a:rPr>
              <a:t>We ‘decoded’ the embedding vector</a:t>
            </a:r>
          </a:p>
          <a:p>
            <a:endParaRPr lang="en-GB" dirty="0">
              <a:sym typeface="Symbol" panose="05050102010706020507" pitchFamily="18" charset="2"/>
            </a:endParaRPr>
          </a:p>
          <a:p>
            <a:r>
              <a:rPr lang="en-GB" dirty="0">
                <a:sym typeface="Symbol" panose="05050102010706020507" pitchFamily="18" charset="2"/>
              </a:rPr>
              <a:t>ChatGPT, Claude, etc are known as ‘decoder-only’ models</a:t>
            </a:r>
          </a:p>
          <a:p>
            <a:pPr marL="0" indent="0">
              <a:buNone/>
            </a:pPr>
            <a:endParaRPr lang="en-GB" dirty="0">
              <a:sym typeface="Symbol" panose="05050102010706020507" pitchFamily="18" charset="2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28359-F599-4E4E-5CFA-A02375C9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66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9E785B-99B1-81EB-57F5-A7AD9F3E186A}"/>
              </a:ext>
            </a:extLst>
          </p:cNvPr>
          <p:cNvGrpSpPr/>
          <p:nvPr/>
        </p:nvGrpSpPr>
        <p:grpSpPr>
          <a:xfrm>
            <a:off x="4181022" y="2464869"/>
            <a:ext cx="2589436" cy="1439515"/>
            <a:chOff x="4229717" y="4624880"/>
            <a:chExt cx="2589436" cy="1439515"/>
          </a:xfrm>
        </p:grpSpPr>
        <p:graphicFrame>
          <p:nvGraphicFramePr>
            <p:cNvPr id="7" name="Content Placeholder 4">
              <a:extLst>
                <a:ext uri="{FF2B5EF4-FFF2-40B4-BE49-F238E27FC236}">
                  <a16:creationId xmlns:a16="http://schemas.microsoft.com/office/drawing/2014/main" id="{A3462D6A-AD95-BD13-DB6F-93284E2E1C5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945851141"/>
                </p:ext>
              </p:extLst>
            </p:nvPr>
          </p:nvGraphicFramePr>
          <p:xfrm>
            <a:off x="4229717" y="4624880"/>
            <a:ext cx="412327" cy="1439515"/>
          </p:xfrm>
          <a:graphic>
            <a:graphicData uri="http://schemas.openxmlformats.org/drawingml/2006/table">
              <a:tbl>
                <a:tblPr firstRow="1">
                  <a:tableStyleId>{5C22544A-7EE6-4342-B048-85BDC9FD1C3A}</a:tableStyleId>
                </a:tblPr>
                <a:tblGrid>
                  <a:gridCol w="412327">
                    <a:extLst>
                      <a:ext uri="{9D8B030D-6E8A-4147-A177-3AD203B41FA5}">
                        <a16:colId xmlns:a16="http://schemas.microsoft.com/office/drawing/2014/main" val="116916505"/>
                      </a:ext>
                    </a:extLst>
                  </a:gridCol>
                </a:tblGrid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696599091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33931161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32967676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626587743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234228111"/>
                    </a:ext>
                  </a:extLst>
                </a:tr>
              </a:tbl>
            </a:graphicData>
          </a:graphic>
        </p:graphicFrame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94FF9B00-48F1-F2DB-CA9A-151164147D47}"/>
                </a:ext>
              </a:extLst>
            </p:cNvPr>
            <p:cNvSpPr/>
            <p:nvPr/>
          </p:nvSpPr>
          <p:spPr>
            <a:xfrm>
              <a:off x="4846918" y="5229412"/>
              <a:ext cx="609600" cy="185270"/>
            </a:xfrm>
            <a:prstGeom prst="rightArrow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EA0616-2F3D-B21E-E3DF-22EEE6374529}"/>
                </a:ext>
              </a:extLst>
            </p:cNvPr>
            <p:cNvSpPr txBox="1"/>
            <p:nvPr/>
          </p:nvSpPr>
          <p:spPr>
            <a:xfrm>
              <a:off x="5528235" y="4937024"/>
              <a:ext cx="12909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/>
                <a:t>“mat”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050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ED2F8-8DDD-0DA6-AF0D-59FCFB7C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9998-3B66-7CC3-D7B4-56C47F93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3742"/>
          </a:xfrm>
        </p:spPr>
        <p:txBody>
          <a:bodyPr/>
          <a:lstStyle/>
          <a:p>
            <a:r>
              <a:rPr lang="en-GB" dirty="0"/>
              <a:t>Different types of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F861A-526F-BF47-4167-9C63827E2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434" y="1335558"/>
            <a:ext cx="11616765" cy="584775"/>
          </a:xfrm>
        </p:spPr>
        <p:txBody>
          <a:bodyPr>
            <a:normAutofit/>
          </a:bodyPr>
          <a:lstStyle/>
          <a:p>
            <a:r>
              <a:rPr lang="en-GB" dirty="0"/>
              <a:t>We also have encoders:  token </a:t>
            </a:r>
            <a:r>
              <a:rPr lang="en-GB" dirty="0">
                <a:sym typeface="Symbol" panose="05050102010706020507" pitchFamily="18" charset="2"/>
              </a:rPr>
              <a:t> context embedding vector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67367-67C7-7C7D-518F-3CBFBEA7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67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2D559A-B8AF-EA2C-8988-958944B86AA2}"/>
              </a:ext>
            </a:extLst>
          </p:cNvPr>
          <p:cNvGrpSpPr/>
          <p:nvPr/>
        </p:nvGrpSpPr>
        <p:grpSpPr>
          <a:xfrm>
            <a:off x="4173871" y="1869645"/>
            <a:ext cx="2394906" cy="1439515"/>
            <a:chOff x="3647945" y="2576987"/>
            <a:chExt cx="2394906" cy="1439515"/>
          </a:xfrm>
        </p:grpSpPr>
        <p:graphicFrame>
          <p:nvGraphicFramePr>
            <p:cNvPr id="7" name="Content Placeholder 4">
              <a:extLst>
                <a:ext uri="{FF2B5EF4-FFF2-40B4-BE49-F238E27FC236}">
                  <a16:creationId xmlns:a16="http://schemas.microsoft.com/office/drawing/2014/main" id="{042D9F3E-8680-A3C7-696B-5009DC8C573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43976630"/>
                </p:ext>
              </p:extLst>
            </p:nvPr>
          </p:nvGraphicFramePr>
          <p:xfrm>
            <a:off x="5630524" y="2576987"/>
            <a:ext cx="412327" cy="1439515"/>
          </p:xfrm>
          <a:graphic>
            <a:graphicData uri="http://schemas.openxmlformats.org/drawingml/2006/table">
              <a:tbl>
                <a:tblPr firstRow="1">
                  <a:tableStyleId>{5C22544A-7EE6-4342-B048-85BDC9FD1C3A}</a:tableStyleId>
                </a:tblPr>
                <a:tblGrid>
                  <a:gridCol w="412327">
                    <a:extLst>
                      <a:ext uri="{9D8B030D-6E8A-4147-A177-3AD203B41FA5}">
                        <a16:colId xmlns:a16="http://schemas.microsoft.com/office/drawing/2014/main" val="116916505"/>
                      </a:ext>
                    </a:extLst>
                  </a:gridCol>
                </a:tblGrid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696599091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33931161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32967676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626587743"/>
                    </a:ext>
                  </a:extLst>
                </a:tr>
                <a:tr h="287903">
                  <a:tc>
                    <a:txBody>
                      <a:bodyPr/>
                      <a:lstStyle/>
                      <a:p>
                        <a:endParaRPr lang="en-GB" sz="1200" dirty="0"/>
                      </a:p>
                    </a:txBody>
                    <a:tcPr>
                      <a:solidFill>
                        <a:schemeClr val="accent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234228111"/>
                    </a:ext>
                  </a:extLst>
                </a:tr>
              </a:tbl>
            </a:graphicData>
          </a:graphic>
        </p:graphicFrame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B076E112-CEF3-39AB-EEA5-D2379262FA9A}"/>
                </a:ext>
              </a:extLst>
            </p:cNvPr>
            <p:cNvSpPr/>
            <p:nvPr/>
          </p:nvSpPr>
          <p:spPr>
            <a:xfrm>
              <a:off x="4897037" y="3181519"/>
              <a:ext cx="609600" cy="185270"/>
            </a:xfrm>
            <a:prstGeom prst="rightArrow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DE8837-7F0B-2218-68CB-230229D86922}"/>
                </a:ext>
              </a:extLst>
            </p:cNvPr>
            <p:cNvSpPr txBox="1"/>
            <p:nvPr/>
          </p:nvSpPr>
          <p:spPr>
            <a:xfrm>
              <a:off x="3647945" y="2936939"/>
              <a:ext cx="12909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/>
                <a:t>“mat”</a:t>
              </a:r>
            </a:p>
          </p:txBody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E83F15-515D-60A2-A8FB-C87E06559DC5}"/>
              </a:ext>
            </a:extLst>
          </p:cNvPr>
          <p:cNvSpPr txBox="1">
            <a:spLocks/>
          </p:cNvSpPr>
          <p:nvPr/>
        </p:nvSpPr>
        <p:spPr>
          <a:xfrm>
            <a:off x="297328" y="3466177"/>
            <a:ext cx="11616765" cy="1864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ym typeface="Symbol" panose="05050102010706020507" pitchFamily="18" charset="2"/>
              </a:rPr>
              <a:t>Encoders are useful where we have all the tokens (no prediction), we just need to map them to appropriate vectors</a:t>
            </a:r>
          </a:p>
          <a:p>
            <a:endParaRPr lang="en-GB" dirty="0">
              <a:sym typeface="Symbol" panose="05050102010706020507" pitchFamily="18" charset="2"/>
            </a:endParaRPr>
          </a:p>
          <a:p>
            <a:pPr lvl="1"/>
            <a:r>
              <a:rPr lang="en-GB" dirty="0">
                <a:sym typeface="Symbol" panose="05050102010706020507" pitchFamily="18" charset="2"/>
              </a:rPr>
              <a:t>E.g.               “the cat is on the table”        “le chat est sur la table”</a:t>
            </a:r>
          </a:p>
          <a:p>
            <a:endParaRPr lang="en-GB" dirty="0">
              <a:sym typeface="Symbol" panose="05050102010706020507" pitchFamily="18" charset="2"/>
            </a:endParaRPr>
          </a:p>
          <a:p>
            <a:endParaRPr lang="en-GB" dirty="0">
              <a:sym typeface="Symbol" panose="05050102010706020507" pitchFamily="18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244B7D-38AC-5EFB-8BC7-FAB6BCF08C5A}"/>
              </a:ext>
            </a:extLst>
          </p:cNvPr>
          <p:cNvGrpSpPr/>
          <p:nvPr/>
        </p:nvGrpSpPr>
        <p:grpSpPr>
          <a:xfrm>
            <a:off x="2448512" y="5144843"/>
            <a:ext cx="6777375" cy="955966"/>
            <a:chOff x="2448512" y="5144843"/>
            <a:chExt cx="6777375" cy="95596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CC7B5BC-35D2-0044-A103-B70DBFBEE261}"/>
                </a:ext>
              </a:extLst>
            </p:cNvPr>
            <p:cNvGrpSpPr/>
            <p:nvPr/>
          </p:nvGrpSpPr>
          <p:grpSpPr>
            <a:xfrm>
              <a:off x="2448512" y="5144845"/>
              <a:ext cx="3450718" cy="955964"/>
              <a:chOff x="2145555" y="5211520"/>
              <a:chExt cx="3450718" cy="955964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3FBC054E-5AB9-EB0D-F79C-558DBF6A3D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54091" y="5211520"/>
                <a:ext cx="0" cy="572609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83FD2D-DBF8-70A9-4993-913A4BB6BCB8}"/>
                  </a:ext>
                </a:extLst>
              </p:cNvPr>
              <p:cNvSpPr txBox="1"/>
              <p:nvPr/>
            </p:nvSpPr>
            <p:spPr>
              <a:xfrm>
                <a:off x="2145555" y="5798152"/>
                <a:ext cx="3450718" cy="369332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Encoder model, without masking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27301B5-9C37-F072-722B-DD05ADCEA7E4}"/>
                </a:ext>
              </a:extLst>
            </p:cNvPr>
            <p:cNvGrpSpPr/>
            <p:nvPr/>
          </p:nvGrpSpPr>
          <p:grpSpPr>
            <a:xfrm>
              <a:off x="6106122" y="5144843"/>
              <a:ext cx="3119765" cy="955964"/>
              <a:chOff x="2145555" y="5211520"/>
              <a:chExt cx="3119765" cy="95596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E377929-7C4A-E6EA-17C3-206C79A6B6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17611" y="5211520"/>
                <a:ext cx="0" cy="572609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08304AA-3AD9-43B1-9680-CBB4DD27EFB8}"/>
                  </a:ext>
                </a:extLst>
              </p:cNvPr>
              <p:cNvSpPr txBox="1"/>
              <p:nvPr/>
            </p:nvSpPr>
            <p:spPr>
              <a:xfrm>
                <a:off x="2145555" y="5798152"/>
                <a:ext cx="3119765" cy="369332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Decoder model, with masking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629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C1FC8-2010-ED0E-8F27-89D6D4378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97F6-F84B-B295-4259-879C3AE7D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3742"/>
          </a:xfrm>
        </p:spPr>
        <p:txBody>
          <a:bodyPr/>
          <a:lstStyle/>
          <a:p>
            <a:r>
              <a:rPr lang="en-GB" dirty="0"/>
              <a:t>Different types of transformers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01587-CF53-0CBA-61BF-A7514393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68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E79D399-D35C-8EBD-C932-6D4D9B076D7D}"/>
              </a:ext>
            </a:extLst>
          </p:cNvPr>
          <p:cNvGrpSpPr/>
          <p:nvPr/>
        </p:nvGrpSpPr>
        <p:grpSpPr>
          <a:xfrm>
            <a:off x="195746" y="2988116"/>
            <a:ext cx="7259731" cy="1381148"/>
            <a:chOff x="195746" y="2988116"/>
            <a:chExt cx="7259731" cy="1381148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DA841447-D252-B8BE-8747-8737E70D74DC}"/>
                </a:ext>
              </a:extLst>
            </p:cNvPr>
            <p:cNvSpPr txBox="1">
              <a:spLocks/>
            </p:cNvSpPr>
            <p:nvPr/>
          </p:nvSpPr>
          <p:spPr>
            <a:xfrm>
              <a:off x="195746" y="2988116"/>
              <a:ext cx="7259731" cy="57260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2400" dirty="0">
                  <a:sym typeface="Symbol" panose="05050102010706020507" pitchFamily="18" charset="2"/>
                </a:rPr>
                <a:t>“the cat is on the table”        “le chat est sur la table”</a:t>
              </a:r>
            </a:p>
            <a:p>
              <a:endParaRPr lang="en-GB" dirty="0">
                <a:sym typeface="Symbol" panose="05050102010706020507" pitchFamily="18" charset="2"/>
              </a:endParaRPr>
            </a:p>
            <a:p>
              <a:endParaRPr lang="en-GB" dirty="0">
                <a:sym typeface="Symbol" panose="05050102010706020507" pitchFamily="18" charset="2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GB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D7A09DC-8F94-D382-2571-6835A51BEEFD}"/>
                </a:ext>
              </a:extLst>
            </p:cNvPr>
            <p:cNvGrpSpPr/>
            <p:nvPr/>
          </p:nvGrpSpPr>
          <p:grpSpPr>
            <a:xfrm>
              <a:off x="211755" y="3413298"/>
              <a:ext cx="6777375" cy="955966"/>
              <a:chOff x="2448512" y="5144843"/>
              <a:chExt cx="6777375" cy="95596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A411236-0EFA-FE75-284F-E4F2B90508B9}"/>
                  </a:ext>
                </a:extLst>
              </p:cNvPr>
              <p:cNvGrpSpPr/>
              <p:nvPr/>
            </p:nvGrpSpPr>
            <p:grpSpPr>
              <a:xfrm>
                <a:off x="2448512" y="5144845"/>
                <a:ext cx="3450718" cy="955964"/>
                <a:chOff x="2145555" y="5211520"/>
                <a:chExt cx="3450718" cy="955964"/>
              </a:xfrm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0921229E-F711-9C38-22C7-78236F4405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54091" y="5211520"/>
                  <a:ext cx="0" cy="572609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C83BEA7-24F9-57C1-EE44-ED2034EDD7AD}"/>
                    </a:ext>
                  </a:extLst>
                </p:cNvPr>
                <p:cNvSpPr txBox="1"/>
                <p:nvPr/>
              </p:nvSpPr>
              <p:spPr>
                <a:xfrm>
                  <a:off x="2145555" y="5798152"/>
                  <a:ext cx="3450718" cy="369332"/>
                </a:xfrm>
                <a:prstGeom prst="rect">
                  <a:avLst/>
                </a:prstGeom>
                <a:noFill/>
                <a:ln w="2222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Encoder model, without masking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A0EFDFC-C683-D1B8-0B87-BAD64D6CFBC3}"/>
                  </a:ext>
                </a:extLst>
              </p:cNvPr>
              <p:cNvGrpSpPr/>
              <p:nvPr/>
            </p:nvGrpSpPr>
            <p:grpSpPr>
              <a:xfrm>
                <a:off x="6106122" y="5144843"/>
                <a:ext cx="3119765" cy="955964"/>
                <a:chOff x="2145555" y="5211520"/>
                <a:chExt cx="3119765" cy="955964"/>
              </a:xfrm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D810DF15-2049-B355-19AC-4AC15E6100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17611" y="5211520"/>
                  <a:ext cx="0" cy="572609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8CD5104-2E80-760A-9EB0-3D1422B716DE}"/>
                    </a:ext>
                  </a:extLst>
                </p:cNvPr>
                <p:cNvSpPr txBox="1"/>
                <p:nvPr/>
              </p:nvSpPr>
              <p:spPr>
                <a:xfrm>
                  <a:off x="2145555" y="5798152"/>
                  <a:ext cx="3119765" cy="369332"/>
                </a:xfrm>
                <a:prstGeom prst="rect">
                  <a:avLst/>
                </a:prstGeom>
                <a:noFill/>
                <a:ln w="2222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Decoder model, with masking</a:t>
                  </a:r>
                </a:p>
              </p:txBody>
            </p:sp>
          </p:grp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0DAAF8-52DB-193E-AFB4-45EEF9E3C5E7}"/>
              </a:ext>
            </a:extLst>
          </p:cNvPr>
          <p:cNvGrpSpPr/>
          <p:nvPr/>
        </p:nvGrpSpPr>
        <p:grpSpPr>
          <a:xfrm>
            <a:off x="1255273" y="1566135"/>
            <a:ext cx="10261318" cy="4633415"/>
            <a:chOff x="1255273" y="1566135"/>
            <a:chExt cx="10261318" cy="4633415"/>
          </a:xfrm>
        </p:grpSpPr>
        <p:pic>
          <p:nvPicPr>
            <p:cNvPr id="15" name="Picture 14" descr="The image depicts a complex neural network architecture, showcasing various components such as probabilities, softmax, linear, add &amp; norm, feed, multi-head attention, and encoding, arranged in a sequential and interconnected manner.&#10;&#10;AI-generated content may be incorrect.">
              <a:extLst>
                <a:ext uri="{FF2B5EF4-FFF2-40B4-BE49-F238E27FC236}">
                  <a16:creationId xmlns:a16="http://schemas.microsoft.com/office/drawing/2014/main" id="{062C41BE-9139-4516-87E7-C1F492485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5" r="5191"/>
            <a:stretch>
              <a:fillRect/>
            </a:stretch>
          </p:blipFill>
          <p:spPr>
            <a:xfrm>
              <a:off x="8330830" y="1566135"/>
              <a:ext cx="3185761" cy="463341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4F92BC4-C26B-B081-CBC0-93D0DD6F2D36}"/>
                </a:ext>
              </a:extLst>
            </p:cNvPr>
            <p:cNvSpPr txBox="1"/>
            <p:nvPr/>
          </p:nvSpPr>
          <p:spPr>
            <a:xfrm>
              <a:off x="1255273" y="1575272"/>
              <a:ext cx="81848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‘Attention is all you need’, </a:t>
              </a:r>
              <a:r>
                <a:rPr lang="en-GB" dirty="0"/>
                <a:t>Vaswani </a:t>
              </a:r>
              <a:r>
                <a:rPr lang="en-GB" i="1" dirty="0"/>
                <a:t>et al</a:t>
              </a:r>
              <a:r>
                <a:rPr lang="en-GB" dirty="0"/>
                <a:t>, 2017 , </a:t>
              </a:r>
              <a:r>
                <a:rPr lang="en-GB" dirty="0">
                  <a:hlinkClick r:id="rId4"/>
                </a:rPr>
                <a:t>arXiv:1706.03762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80666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C05F9-CB49-6A32-E67E-61414A10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30F2B-5C93-3EE9-FDA5-21C7D73A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3742"/>
          </a:xfrm>
        </p:spPr>
        <p:txBody>
          <a:bodyPr/>
          <a:lstStyle/>
          <a:p>
            <a:r>
              <a:rPr lang="en-GB" dirty="0"/>
              <a:t>Different types of transformers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F686B-A0E1-283D-1367-F76AF7A1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69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C351FB4-7C2B-0F1B-B04B-6687C3BBC9BB}"/>
              </a:ext>
            </a:extLst>
          </p:cNvPr>
          <p:cNvGrpSpPr/>
          <p:nvPr/>
        </p:nvGrpSpPr>
        <p:grpSpPr>
          <a:xfrm>
            <a:off x="195746" y="2988116"/>
            <a:ext cx="7259731" cy="1381148"/>
            <a:chOff x="195746" y="2988116"/>
            <a:chExt cx="7259731" cy="1381148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D82F0DC7-32C6-8755-9AC9-DAC2A578FC18}"/>
                </a:ext>
              </a:extLst>
            </p:cNvPr>
            <p:cNvSpPr txBox="1">
              <a:spLocks/>
            </p:cNvSpPr>
            <p:nvPr/>
          </p:nvSpPr>
          <p:spPr>
            <a:xfrm>
              <a:off x="195746" y="2988116"/>
              <a:ext cx="7259731" cy="57260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2400" dirty="0">
                  <a:sym typeface="Symbol" panose="05050102010706020507" pitchFamily="18" charset="2"/>
                </a:rPr>
                <a:t>“the cat is on the table”        “le chat est sur la table”</a:t>
              </a:r>
            </a:p>
            <a:p>
              <a:endParaRPr lang="en-GB" dirty="0">
                <a:sym typeface="Symbol" panose="05050102010706020507" pitchFamily="18" charset="2"/>
              </a:endParaRPr>
            </a:p>
            <a:p>
              <a:endParaRPr lang="en-GB" dirty="0">
                <a:sym typeface="Symbol" panose="05050102010706020507" pitchFamily="18" charset="2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GB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5044EA1-FF3B-93CD-E3CE-E42E09B007A8}"/>
                </a:ext>
              </a:extLst>
            </p:cNvPr>
            <p:cNvGrpSpPr/>
            <p:nvPr/>
          </p:nvGrpSpPr>
          <p:grpSpPr>
            <a:xfrm>
              <a:off x="211755" y="3413298"/>
              <a:ext cx="6777375" cy="955966"/>
              <a:chOff x="2448512" y="5144843"/>
              <a:chExt cx="6777375" cy="95596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DBCB62D-96BF-A09B-C80C-B29E56DD13F4}"/>
                  </a:ext>
                </a:extLst>
              </p:cNvPr>
              <p:cNvGrpSpPr/>
              <p:nvPr/>
            </p:nvGrpSpPr>
            <p:grpSpPr>
              <a:xfrm>
                <a:off x="2448512" y="5144845"/>
                <a:ext cx="3450718" cy="955964"/>
                <a:chOff x="2145555" y="5211520"/>
                <a:chExt cx="3450718" cy="955964"/>
              </a:xfrm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1645C5EE-D64F-8C3B-4779-9D64CF257D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54091" y="5211520"/>
                  <a:ext cx="0" cy="572609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3B59FEE-BCC8-53A9-5640-0F30F8F6F051}"/>
                    </a:ext>
                  </a:extLst>
                </p:cNvPr>
                <p:cNvSpPr txBox="1"/>
                <p:nvPr/>
              </p:nvSpPr>
              <p:spPr>
                <a:xfrm>
                  <a:off x="2145555" y="5798152"/>
                  <a:ext cx="3450718" cy="369332"/>
                </a:xfrm>
                <a:prstGeom prst="rect">
                  <a:avLst/>
                </a:prstGeom>
                <a:noFill/>
                <a:ln w="2222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Encoder model, without masking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8123390-D0B5-5AC2-F621-CB44810A648A}"/>
                  </a:ext>
                </a:extLst>
              </p:cNvPr>
              <p:cNvGrpSpPr/>
              <p:nvPr/>
            </p:nvGrpSpPr>
            <p:grpSpPr>
              <a:xfrm>
                <a:off x="6106122" y="5144843"/>
                <a:ext cx="3119765" cy="955964"/>
                <a:chOff x="2145555" y="5211520"/>
                <a:chExt cx="3119765" cy="955964"/>
              </a:xfrm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884B3623-33BE-608A-FF21-F8709B83E0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17611" y="5211520"/>
                  <a:ext cx="0" cy="572609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4E4F67C-9F25-0FCF-4DD6-4D6979F6E383}"/>
                    </a:ext>
                  </a:extLst>
                </p:cNvPr>
                <p:cNvSpPr txBox="1"/>
                <p:nvPr/>
              </p:nvSpPr>
              <p:spPr>
                <a:xfrm>
                  <a:off x="2145555" y="5798152"/>
                  <a:ext cx="3119765" cy="369332"/>
                </a:xfrm>
                <a:prstGeom prst="rect">
                  <a:avLst/>
                </a:prstGeom>
                <a:noFill/>
                <a:ln w="2222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Decoder model, with masking</a:t>
                  </a:r>
                </a:p>
              </p:txBody>
            </p:sp>
          </p:grpSp>
        </p:grpSp>
      </p:grpSp>
      <p:pic>
        <p:nvPicPr>
          <p:cNvPr id="15" name="Picture 14" descr="The image depicts a complex neural network architecture, showcasing various components such as probabilities, softmax, linear, add &amp; norm, feed, multi-head attention, and encoding, arranged in a sequential and interconnected manner.&#10;&#10;AI-generated content may be incorrect.">
            <a:extLst>
              <a:ext uri="{FF2B5EF4-FFF2-40B4-BE49-F238E27FC236}">
                <a16:creationId xmlns:a16="http://schemas.microsoft.com/office/drawing/2014/main" id="{69A126D8-C9DC-B7C3-40A0-4A262E6D47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5" r="5191"/>
          <a:stretch>
            <a:fillRect/>
          </a:stretch>
        </p:blipFill>
        <p:spPr>
          <a:xfrm>
            <a:off x="8330830" y="1566135"/>
            <a:ext cx="3185761" cy="46334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244D30-AF71-C2C9-B9C2-C2A57828B625}"/>
              </a:ext>
            </a:extLst>
          </p:cNvPr>
          <p:cNvSpPr/>
          <p:nvPr/>
        </p:nvSpPr>
        <p:spPr>
          <a:xfrm>
            <a:off x="8453005" y="2951017"/>
            <a:ext cx="1522266" cy="2026227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D9822-99F9-F32B-00CF-80743D8F0CBD}"/>
              </a:ext>
            </a:extLst>
          </p:cNvPr>
          <p:cNvSpPr txBox="1"/>
          <p:nvPr/>
        </p:nvSpPr>
        <p:spPr>
          <a:xfrm>
            <a:off x="7552508" y="2116183"/>
            <a:ext cx="211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Encoder 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F5C4C0-BEFB-61FA-AD3D-1D4D628FE079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8610600" y="2516293"/>
            <a:ext cx="603538" cy="43472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4161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176C3-BE3A-AAD9-3D0F-0EA2E7BB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4B21-7A2F-81EB-2849-644A545CD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3742"/>
          </a:xfrm>
        </p:spPr>
        <p:txBody>
          <a:bodyPr/>
          <a:lstStyle/>
          <a:p>
            <a:r>
              <a:rPr lang="en-GB" dirty="0"/>
              <a:t>Different types of transformers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A19F1-EC33-9BE1-4110-E8F88457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70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358726F-FAF3-0690-8B08-E7856E776140}"/>
              </a:ext>
            </a:extLst>
          </p:cNvPr>
          <p:cNvGrpSpPr/>
          <p:nvPr/>
        </p:nvGrpSpPr>
        <p:grpSpPr>
          <a:xfrm>
            <a:off x="195746" y="2988116"/>
            <a:ext cx="7259731" cy="1381148"/>
            <a:chOff x="195746" y="2988116"/>
            <a:chExt cx="7259731" cy="1381148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8EF61200-FC8D-004F-B988-D9928EF196F4}"/>
                </a:ext>
              </a:extLst>
            </p:cNvPr>
            <p:cNvSpPr txBox="1">
              <a:spLocks/>
            </p:cNvSpPr>
            <p:nvPr/>
          </p:nvSpPr>
          <p:spPr>
            <a:xfrm>
              <a:off x="195746" y="2988116"/>
              <a:ext cx="7259731" cy="57260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2400" dirty="0">
                  <a:sym typeface="Symbol" panose="05050102010706020507" pitchFamily="18" charset="2"/>
                </a:rPr>
                <a:t>“the cat is on the table”        “le chat est sur la table”</a:t>
              </a:r>
            </a:p>
            <a:p>
              <a:endParaRPr lang="en-GB" dirty="0">
                <a:sym typeface="Symbol" panose="05050102010706020507" pitchFamily="18" charset="2"/>
              </a:endParaRPr>
            </a:p>
            <a:p>
              <a:endParaRPr lang="en-GB" dirty="0">
                <a:sym typeface="Symbol" panose="05050102010706020507" pitchFamily="18" charset="2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GB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C3FD218-01C0-BE42-9576-E20E73689E10}"/>
                </a:ext>
              </a:extLst>
            </p:cNvPr>
            <p:cNvGrpSpPr/>
            <p:nvPr/>
          </p:nvGrpSpPr>
          <p:grpSpPr>
            <a:xfrm>
              <a:off x="211755" y="3413298"/>
              <a:ext cx="6777375" cy="955966"/>
              <a:chOff x="2448512" y="5144843"/>
              <a:chExt cx="6777375" cy="95596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EC71FE3-B05D-8173-6E13-C20682E57D6E}"/>
                  </a:ext>
                </a:extLst>
              </p:cNvPr>
              <p:cNvGrpSpPr/>
              <p:nvPr/>
            </p:nvGrpSpPr>
            <p:grpSpPr>
              <a:xfrm>
                <a:off x="2448512" y="5144845"/>
                <a:ext cx="3450718" cy="955964"/>
                <a:chOff x="2145555" y="5211520"/>
                <a:chExt cx="3450718" cy="955964"/>
              </a:xfrm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4C5A21C-3904-E946-4C68-CB19E92590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54091" y="5211520"/>
                  <a:ext cx="0" cy="572609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00495C4-D4C3-B4C7-306E-F36AABD5CDAF}"/>
                    </a:ext>
                  </a:extLst>
                </p:cNvPr>
                <p:cNvSpPr txBox="1"/>
                <p:nvPr/>
              </p:nvSpPr>
              <p:spPr>
                <a:xfrm>
                  <a:off x="2145555" y="5798152"/>
                  <a:ext cx="3450718" cy="369332"/>
                </a:xfrm>
                <a:prstGeom prst="rect">
                  <a:avLst/>
                </a:prstGeom>
                <a:noFill/>
                <a:ln w="2222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Encoder model, without masking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5610B3B-4604-6D50-5F92-88FBEF57CF01}"/>
                  </a:ext>
                </a:extLst>
              </p:cNvPr>
              <p:cNvGrpSpPr/>
              <p:nvPr/>
            </p:nvGrpSpPr>
            <p:grpSpPr>
              <a:xfrm>
                <a:off x="6106122" y="5144843"/>
                <a:ext cx="3119765" cy="955964"/>
                <a:chOff x="2145555" y="5211520"/>
                <a:chExt cx="3119765" cy="955964"/>
              </a:xfrm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FB6A5BD8-E328-43AE-7518-ED918491D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17611" y="5211520"/>
                  <a:ext cx="0" cy="572609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37EE632-1F90-0BE0-74DC-1EAFBFFC7AE2}"/>
                    </a:ext>
                  </a:extLst>
                </p:cNvPr>
                <p:cNvSpPr txBox="1"/>
                <p:nvPr/>
              </p:nvSpPr>
              <p:spPr>
                <a:xfrm>
                  <a:off x="2145555" y="5798152"/>
                  <a:ext cx="3119765" cy="369332"/>
                </a:xfrm>
                <a:prstGeom prst="rect">
                  <a:avLst/>
                </a:prstGeom>
                <a:noFill/>
                <a:ln w="2222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Decoder model, with masking</a:t>
                  </a:r>
                </a:p>
              </p:txBody>
            </p:sp>
          </p:grpSp>
        </p:grpSp>
      </p:grpSp>
      <p:pic>
        <p:nvPicPr>
          <p:cNvPr id="15" name="Picture 14" descr="The image depicts a complex neural network architecture, showcasing various components such as probabilities, softmax, linear, add &amp; norm, feed, multi-head attention, and encoding, arranged in a sequential and interconnected manner.&#10;&#10;AI-generated content may be incorrect.">
            <a:extLst>
              <a:ext uri="{FF2B5EF4-FFF2-40B4-BE49-F238E27FC236}">
                <a16:creationId xmlns:a16="http://schemas.microsoft.com/office/drawing/2014/main" id="{3D3F8B98-0043-9D8F-FF0C-07AD191B5A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5" r="5191"/>
          <a:stretch>
            <a:fillRect/>
          </a:stretch>
        </p:blipFill>
        <p:spPr>
          <a:xfrm>
            <a:off x="8330830" y="1566135"/>
            <a:ext cx="3185761" cy="46334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94C672-F48B-D962-C60A-415973AA2FF8}"/>
              </a:ext>
            </a:extLst>
          </p:cNvPr>
          <p:cNvSpPr/>
          <p:nvPr/>
        </p:nvSpPr>
        <p:spPr>
          <a:xfrm>
            <a:off x="9831534" y="1502229"/>
            <a:ext cx="1522266" cy="3475015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A47DA-3A33-5DFA-41CA-9FFA2A15C90F}"/>
              </a:ext>
            </a:extLst>
          </p:cNvPr>
          <p:cNvSpPr txBox="1"/>
          <p:nvPr/>
        </p:nvSpPr>
        <p:spPr>
          <a:xfrm>
            <a:off x="7944393" y="955439"/>
            <a:ext cx="1887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Decoder 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940C09-FFCA-5F18-0526-9A5377670877}"/>
              </a:ext>
            </a:extLst>
          </p:cNvPr>
          <p:cNvCxnSpPr>
            <a:cxnSpLocks/>
            <a:stCxn id="8" idx="3"/>
            <a:endCxn id="7" idx="0"/>
          </p:cNvCxnSpPr>
          <p:nvPr/>
        </p:nvCxnSpPr>
        <p:spPr>
          <a:xfrm>
            <a:off x="9831534" y="1155494"/>
            <a:ext cx="761133" cy="34673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3134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65E2-20F5-6541-A331-3B6AADAB0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55C7-79D3-6C52-3E94-30766DA58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3742"/>
          </a:xfrm>
        </p:spPr>
        <p:txBody>
          <a:bodyPr/>
          <a:lstStyle/>
          <a:p>
            <a:r>
              <a:rPr lang="en-GB" dirty="0"/>
              <a:t>Different types of transformers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3A7FC-51EC-6DC5-91BF-CDCC7DCD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71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73ADDD-C71F-BCEE-0F1F-6FBCAAFE22EE}"/>
              </a:ext>
            </a:extLst>
          </p:cNvPr>
          <p:cNvGrpSpPr/>
          <p:nvPr/>
        </p:nvGrpSpPr>
        <p:grpSpPr>
          <a:xfrm>
            <a:off x="195746" y="2988116"/>
            <a:ext cx="7259731" cy="1381148"/>
            <a:chOff x="195746" y="2988116"/>
            <a:chExt cx="7259731" cy="1381148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E51E1B05-9008-8690-6E3F-D08629CF3DD0}"/>
                </a:ext>
              </a:extLst>
            </p:cNvPr>
            <p:cNvSpPr txBox="1">
              <a:spLocks/>
            </p:cNvSpPr>
            <p:nvPr/>
          </p:nvSpPr>
          <p:spPr>
            <a:xfrm>
              <a:off x="195746" y="2988116"/>
              <a:ext cx="7259731" cy="57260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2400" dirty="0">
                  <a:sym typeface="Symbol" panose="05050102010706020507" pitchFamily="18" charset="2"/>
                </a:rPr>
                <a:t>“the cat is on the table”        “le chat est sur la table”</a:t>
              </a:r>
            </a:p>
            <a:p>
              <a:endParaRPr lang="en-GB" dirty="0">
                <a:sym typeface="Symbol" panose="05050102010706020507" pitchFamily="18" charset="2"/>
              </a:endParaRPr>
            </a:p>
            <a:p>
              <a:endParaRPr lang="en-GB" dirty="0">
                <a:sym typeface="Symbol" panose="05050102010706020507" pitchFamily="18" charset="2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GB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085DE2B-9303-60FA-1914-9DFF8CCD08A6}"/>
                </a:ext>
              </a:extLst>
            </p:cNvPr>
            <p:cNvGrpSpPr/>
            <p:nvPr/>
          </p:nvGrpSpPr>
          <p:grpSpPr>
            <a:xfrm>
              <a:off x="211755" y="3413298"/>
              <a:ext cx="6777375" cy="955966"/>
              <a:chOff x="2448512" y="5144843"/>
              <a:chExt cx="6777375" cy="95596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6E5DE3C-EDE2-7EB0-1589-BC85EB30533F}"/>
                  </a:ext>
                </a:extLst>
              </p:cNvPr>
              <p:cNvGrpSpPr/>
              <p:nvPr/>
            </p:nvGrpSpPr>
            <p:grpSpPr>
              <a:xfrm>
                <a:off x="2448512" y="5144845"/>
                <a:ext cx="3450718" cy="955964"/>
                <a:chOff x="2145555" y="5211520"/>
                <a:chExt cx="3450718" cy="955964"/>
              </a:xfrm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1D40F7B8-6184-AF69-2D3C-5F8B6BF4CE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54091" y="5211520"/>
                  <a:ext cx="0" cy="572609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BA7BDC3-52A3-5AA5-2215-9827FE4689C4}"/>
                    </a:ext>
                  </a:extLst>
                </p:cNvPr>
                <p:cNvSpPr txBox="1"/>
                <p:nvPr/>
              </p:nvSpPr>
              <p:spPr>
                <a:xfrm>
                  <a:off x="2145555" y="5798152"/>
                  <a:ext cx="3450718" cy="369332"/>
                </a:xfrm>
                <a:prstGeom prst="rect">
                  <a:avLst/>
                </a:prstGeom>
                <a:noFill/>
                <a:ln w="2222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Encoder model, without masking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979F282-E632-2118-1398-2C509D93348E}"/>
                  </a:ext>
                </a:extLst>
              </p:cNvPr>
              <p:cNvGrpSpPr/>
              <p:nvPr/>
            </p:nvGrpSpPr>
            <p:grpSpPr>
              <a:xfrm>
                <a:off x="6106122" y="5144843"/>
                <a:ext cx="3119765" cy="955964"/>
                <a:chOff x="2145555" y="5211520"/>
                <a:chExt cx="3119765" cy="955964"/>
              </a:xfrm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5A977F5D-7457-954F-77AA-1B42677FE4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17611" y="5211520"/>
                  <a:ext cx="0" cy="572609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3727B90-6170-E7AE-1994-25C9915BBAB9}"/>
                    </a:ext>
                  </a:extLst>
                </p:cNvPr>
                <p:cNvSpPr txBox="1"/>
                <p:nvPr/>
              </p:nvSpPr>
              <p:spPr>
                <a:xfrm>
                  <a:off x="2145555" y="5798152"/>
                  <a:ext cx="3119765" cy="369332"/>
                </a:xfrm>
                <a:prstGeom prst="rect">
                  <a:avLst/>
                </a:prstGeom>
                <a:noFill/>
                <a:ln w="2222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Decoder model, with masking</a:t>
                  </a:r>
                </a:p>
              </p:txBody>
            </p:sp>
          </p:grpSp>
        </p:grpSp>
      </p:grpSp>
      <p:pic>
        <p:nvPicPr>
          <p:cNvPr id="15" name="Picture 14" descr="The image depicts a complex neural network architecture, showcasing various components such as probabilities, softmax, linear, add &amp; norm, feed, multi-head attention, and encoding, arranged in a sequential and interconnected manner.&#10;&#10;AI-generated content may be incorrect.">
            <a:extLst>
              <a:ext uri="{FF2B5EF4-FFF2-40B4-BE49-F238E27FC236}">
                <a16:creationId xmlns:a16="http://schemas.microsoft.com/office/drawing/2014/main" id="{BA0A59B6-23E5-8C0D-2F9A-F65F85F3C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5" r="5191"/>
          <a:stretch>
            <a:fillRect/>
          </a:stretch>
        </p:blipFill>
        <p:spPr>
          <a:xfrm>
            <a:off x="8330830" y="1566135"/>
            <a:ext cx="3185761" cy="46334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926D78-8AB2-7C89-6D43-7DF75BB471BD}"/>
              </a:ext>
            </a:extLst>
          </p:cNvPr>
          <p:cNvSpPr/>
          <p:nvPr/>
        </p:nvSpPr>
        <p:spPr>
          <a:xfrm>
            <a:off x="9986554" y="3344092"/>
            <a:ext cx="613955" cy="555172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C4F6AB-0604-3080-26ED-4A219BD2611A}"/>
              </a:ext>
            </a:extLst>
          </p:cNvPr>
          <p:cNvGrpSpPr/>
          <p:nvPr/>
        </p:nvGrpSpPr>
        <p:grpSpPr>
          <a:xfrm>
            <a:off x="1110343" y="2048718"/>
            <a:ext cx="3735976" cy="978081"/>
            <a:chOff x="1110343" y="2048718"/>
            <a:chExt cx="3735976" cy="978081"/>
          </a:xfrm>
        </p:grpSpPr>
        <p:sp>
          <p:nvSpPr>
            <p:cNvPr id="3" name="Right Bracket 2">
              <a:extLst>
                <a:ext uri="{FF2B5EF4-FFF2-40B4-BE49-F238E27FC236}">
                  <a16:creationId xmlns:a16="http://schemas.microsoft.com/office/drawing/2014/main" id="{94950FD5-B2CE-CF12-2A27-D89CA73FFFEE}"/>
                </a:ext>
              </a:extLst>
            </p:cNvPr>
            <p:cNvSpPr/>
            <p:nvPr/>
          </p:nvSpPr>
          <p:spPr>
            <a:xfrm rot="16200000">
              <a:off x="2804422" y="984902"/>
              <a:ext cx="347818" cy="3735976"/>
            </a:xfrm>
            <a:prstGeom prst="rightBracket">
              <a:avLst/>
            </a:prstGeom>
            <a:ln w="28575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90E2DC-3B20-804D-E4CF-55FA8AC5EE75}"/>
                </a:ext>
              </a:extLst>
            </p:cNvPr>
            <p:cNvSpPr txBox="1"/>
            <p:nvPr/>
          </p:nvSpPr>
          <p:spPr>
            <a:xfrm>
              <a:off x="1606731" y="2048718"/>
              <a:ext cx="2743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/>
                <a:t>Cross attention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618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70A19-271A-7C84-6442-9574067E1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6019-66A3-830F-F410-D75130E9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Code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456DF-A622-68AC-4DDF-E7A8D4507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Using </a:t>
            </a:r>
            <a:r>
              <a:rPr lang="en-GB" dirty="0" err="1">
                <a:solidFill>
                  <a:schemeClr val="bg1"/>
                </a:solidFill>
              </a:rPr>
              <a:t>PyTorch</a:t>
            </a:r>
            <a:r>
              <a:rPr lang="en-GB" dirty="0">
                <a:solidFill>
                  <a:schemeClr val="bg1"/>
                </a:solidFill>
              </a:rPr>
              <a:t> to build transformer layers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1A7DA-7254-CBDD-56A6-BB2753AA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9470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42E20-16F8-8E1D-A7B1-52842E70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2B5E-752A-9A14-5835-3C602C02C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888"/>
          </a:xfrm>
        </p:spPr>
        <p:txBody>
          <a:bodyPr/>
          <a:lstStyle/>
          <a:p>
            <a:r>
              <a:rPr lang="en-GB" dirty="0"/>
              <a:t>Code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098E-E270-0849-3541-57965BCD8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819" y="1397358"/>
            <a:ext cx="11571667" cy="4779605"/>
          </a:xfrm>
        </p:spPr>
        <p:txBody>
          <a:bodyPr/>
          <a:lstStyle/>
          <a:p>
            <a:r>
              <a:rPr lang="en-US" dirty="0"/>
              <a:t>Open up the </a:t>
            </a:r>
            <a:r>
              <a:rPr lang="en-US" dirty="0" err="1"/>
              <a:t>Jupyter</a:t>
            </a:r>
            <a:r>
              <a:rPr lang="en-US" dirty="0"/>
              <a:t> notebook ODSCEast2026_CodeExample2.ipynb in the </a:t>
            </a:r>
            <a:r>
              <a:rPr lang="en-US" dirty="0" err="1"/>
              <a:t>github</a:t>
            </a:r>
            <a:r>
              <a:rPr lang="en-US" dirty="0"/>
              <a:t> repository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hlinkClick r:id="rId2"/>
              </a:rPr>
              <a:t>https://github.com/dchoyle/ODSCEast2026_TransformerBootcamp/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473B0-1599-437F-FD9B-B62B518B4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7001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8020F-11C5-625A-549A-45AE01C3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BBAC7-94CB-4D00-7076-279DBAC55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51" y="242776"/>
            <a:ext cx="10515600" cy="711178"/>
          </a:xfrm>
        </p:spPr>
        <p:txBody>
          <a:bodyPr/>
          <a:lstStyle/>
          <a:p>
            <a:r>
              <a:rPr lang="en-GB" dirty="0"/>
              <a:t>Wrap up: What we learnt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4FAEF-4202-3526-92B8-430BA1E01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41" y="953954"/>
            <a:ext cx="11256135" cy="553699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Next token prediction is a powerful capability</a:t>
            </a:r>
          </a:p>
          <a:p>
            <a:endParaRPr lang="en-GB" dirty="0"/>
          </a:p>
          <a:p>
            <a:r>
              <a:rPr lang="en-GB" dirty="0"/>
              <a:t>To solve:</a:t>
            </a:r>
          </a:p>
          <a:p>
            <a:pPr marL="914400" lvl="1" indent="-457200">
              <a:buAutoNum type="arabicParenR"/>
            </a:pPr>
            <a:r>
              <a:rPr lang="en-GB" dirty="0"/>
              <a:t>We map very large vocabularies to lower dimensional vectors</a:t>
            </a:r>
          </a:p>
          <a:p>
            <a:pPr marL="914400" lvl="1" indent="-457200">
              <a:buAutoNum type="arabicParenR"/>
            </a:pPr>
            <a:r>
              <a:rPr lang="en-GB" dirty="0"/>
              <a:t>Each token in a sequence is initially represented by an embedding vector</a:t>
            </a:r>
          </a:p>
          <a:p>
            <a:pPr marL="914400" lvl="1" indent="-457200">
              <a:buAutoNum type="arabicParenR"/>
            </a:pPr>
            <a:r>
              <a:rPr lang="en-GB" dirty="0"/>
              <a:t>We transform each token to a new vector that also encodes the surrounding context</a:t>
            </a:r>
          </a:p>
          <a:p>
            <a:endParaRPr lang="en-GB" dirty="0"/>
          </a:p>
          <a:p>
            <a:r>
              <a:rPr lang="en-GB" dirty="0"/>
              <a:t>The transformation model contains lots of parameters. </a:t>
            </a:r>
          </a:p>
          <a:p>
            <a:r>
              <a:rPr lang="en-GB" dirty="0"/>
              <a:t>We learn the model parameters by training on very large datasets</a:t>
            </a:r>
          </a:p>
          <a:p>
            <a:endParaRPr lang="en-GB" dirty="0"/>
          </a:p>
          <a:p>
            <a:r>
              <a:rPr lang="en-GB" dirty="0"/>
              <a:t>Transformer models can be used to encode and/or decode tokens</a:t>
            </a:r>
          </a:p>
          <a:p>
            <a:endParaRPr lang="en-GB" dirty="0"/>
          </a:p>
          <a:p>
            <a:r>
              <a:rPr lang="en-GB" dirty="0"/>
              <a:t>We can have applications that use only decoder blocks, only encoder blocks, or both.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EC767-7FC7-A7B9-313A-BB55B97D7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2719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1DF9-6287-B8A6-798F-14447ADEB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E44C1-6602-E3C8-426E-F19FD9DF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51" y="242776"/>
            <a:ext cx="10515600" cy="711178"/>
          </a:xfrm>
        </p:spPr>
        <p:txBody>
          <a:bodyPr/>
          <a:lstStyle/>
          <a:p>
            <a:r>
              <a:rPr lang="en-GB" dirty="0"/>
              <a:t>Wrap up: What to learn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7E87-C377-FFA7-0037-4FF8862E7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41" y="953954"/>
            <a:ext cx="11256135" cy="5536998"/>
          </a:xfrm>
        </p:spPr>
        <p:txBody>
          <a:bodyPr>
            <a:normAutofit/>
          </a:bodyPr>
          <a:lstStyle/>
          <a:p>
            <a:r>
              <a:rPr lang="en-GB" dirty="0">
                <a:hlinkClick r:id="rId2"/>
              </a:rPr>
              <a:t>The hundred page language models book</a:t>
            </a:r>
            <a:r>
              <a:rPr lang="en-GB" dirty="0"/>
              <a:t>  - Andriy Burkov</a:t>
            </a:r>
          </a:p>
          <a:p>
            <a:endParaRPr lang="en-GB" dirty="0"/>
          </a:p>
          <a:p>
            <a:r>
              <a:rPr lang="en-GB" dirty="0">
                <a:hlinkClick r:id="rId3"/>
              </a:rPr>
              <a:t>An introduction to Transformers</a:t>
            </a:r>
            <a:r>
              <a:rPr lang="en-GB" dirty="0"/>
              <a:t> – R. Turner,  arXiv:2304.10557</a:t>
            </a:r>
          </a:p>
          <a:p>
            <a:endParaRPr lang="en-GB" dirty="0"/>
          </a:p>
          <a:p>
            <a:r>
              <a:rPr lang="en-GB" dirty="0">
                <a:hlinkClick r:id="rId4"/>
              </a:rPr>
              <a:t>Decoder-Only Transformers: The Workhorse of Generative LLMs</a:t>
            </a:r>
            <a:endParaRPr lang="en-GB" dirty="0"/>
          </a:p>
          <a:p>
            <a:pPr lvl="1">
              <a:buFontTx/>
              <a:buChar char="-"/>
            </a:pPr>
            <a:r>
              <a:rPr lang="en-GB" dirty="0"/>
              <a:t>Cameron R. Wolfe.  Substack article</a:t>
            </a:r>
          </a:p>
          <a:p>
            <a:pPr lvl="1">
              <a:buFontTx/>
              <a:buChar char="-"/>
            </a:pPr>
            <a:endParaRPr lang="en-GB" dirty="0"/>
          </a:p>
          <a:p>
            <a:r>
              <a:rPr lang="en-GB" dirty="0">
                <a:hlinkClick r:id="rId5"/>
              </a:rPr>
              <a:t>Attention is all you need</a:t>
            </a:r>
            <a:r>
              <a:rPr lang="en-GB" dirty="0"/>
              <a:t> – Vaswani et al, arXiv:1706.03762</a:t>
            </a:r>
          </a:p>
          <a:p>
            <a:endParaRPr lang="en-GB" dirty="0"/>
          </a:p>
          <a:p>
            <a:r>
              <a:rPr lang="en-GB" dirty="0">
                <a:hlinkClick r:id="rId6"/>
              </a:rPr>
              <a:t>Paper Walkthrough: Attention Is All You Need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- Muhammad Ardi. Towards Data Science article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DCCFF-F4FC-6FD5-C8C1-797EAE724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7408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127E-CC24-133D-CFC0-511ED5452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51" y="242776"/>
            <a:ext cx="10515600" cy="711178"/>
          </a:xfrm>
        </p:spPr>
        <p:txBody>
          <a:bodyPr/>
          <a:lstStyle/>
          <a:p>
            <a:r>
              <a:rPr lang="en-GB" dirty="0"/>
              <a:t>Wrap up: What I haven’t told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924F2-ACFF-9DEC-B73E-37938EA66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41" y="1255690"/>
            <a:ext cx="11256135" cy="4507606"/>
          </a:xfrm>
        </p:spPr>
        <p:txBody>
          <a:bodyPr>
            <a:normAutofit/>
          </a:bodyPr>
          <a:lstStyle/>
          <a:p>
            <a:r>
              <a:rPr lang="en-GB" dirty="0"/>
              <a:t>The engineering challenges, scale, and costs associated with foundational model training are significant</a:t>
            </a:r>
          </a:p>
          <a:p>
            <a:endParaRPr lang="en-GB" dirty="0"/>
          </a:p>
          <a:p>
            <a:r>
              <a:rPr lang="en-GB" dirty="0"/>
              <a:t>Foundational models are general – but can be fine-tuned</a:t>
            </a:r>
          </a:p>
          <a:p>
            <a:pPr lvl="1"/>
            <a:r>
              <a:rPr lang="en-GB" dirty="0"/>
              <a:t>Domain specific datasets</a:t>
            </a:r>
          </a:p>
          <a:p>
            <a:pPr lvl="1"/>
            <a:r>
              <a:rPr lang="en-GB" dirty="0"/>
              <a:t> </a:t>
            </a:r>
            <a:r>
              <a:rPr lang="en-GB" dirty="0" err="1"/>
              <a:t>LoRA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Problem of hallucinations can be mitigated but not eliminated</a:t>
            </a:r>
          </a:p>
          <a:p>
            <a:pPr lvl="1"/>
            <a:r>
              <a:rPr lang="en-GB" dirty="0"/>
              <a:t>RAG</a:t>
            </a:r>
          </a:p>
          <a:p>
            <a:pPr lvl="1"/>
            <a:r>
              <a:rPr lang="en-GB" dirty="0" err="1"/>
              <a:t>CoT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9CD7B-403A-C97C-96C9-1AC1CED51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951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7CAB8-EC18-66CF-A9E0-8A38EDAC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D0D99-38F1-F171-C9FA-FE98B497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4886"/>
            <a:ext cx="10515600" cy="2384891"/>
          </a:xfrm>
        </p:spPr>
        <p:txBody>
          <a:bodyPr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Thank you for listening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DA449-CA5C-0BF2-71E6-B505FDCAD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6898" y="5450180"/>
            <a:ext cx="5004174" cy="567484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www.linkedin.com/in/davidchoyle/ 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3185A-ECD4-7572-FC81-B30085033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89AE-BBCC-45F3-BDAA-E98C74995322}" type="slidenum">
              <a:rPr lang="en-GB" smtClean="0"/>
              <a:t>77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7E50C-C730-1C83-10E9-360905AB574B}"/>
              </a:ext>
            </a:extLst>
          </p:cNvPr>
          <p:cNvSpPr txBox="1"/>
          <p:nvPr/>
        </p:nvSpPr>
        <p:spPr>
          <a:xfrm>
            <a:off x="1435612" y="3165780"/>
            <a:ext cx="9595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lang="en-GB" sz="2800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dchoyle</a:t>
            </a:r>
            <a:r>
              <a:rPr lang="en-GB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/ODSCEast2026_TransformerBootcamp</a:t>
            </a:r>
            <a:endParaRPr lang="en-GB" sz="2800" dirty="0">
              <a:solidFill>
                <a:schemeClr val="bg1"/>
              </a:solidFill>
            </a:endParaRPr>
          </a:p>
        </p:txBody>
      </p:sp>
      <p:pic>
        <p:nvPicPr>
          <p:cNvPr id="1028" name="Picture 4" descr="Linkedin - Free social media icons">
            <a:extLst>
              <a:ext uri="{FF2B5EF4-FFF2-40B4-BE49-F238E27FC236}">
                <a16:creationId xmlns:a16="http://schemas.microsoft.com/office/drawing/2014/main" id="{FD5D121B-B2C4-FD66-91AC-3F103074B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048" y="5417205"/>
            <a:ext cx="567484" cy="56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ebsite logo Images - Free Download on Freepik">
            <a:extLst>
              <a:ext uri="{FF2B5EF4-FFF2-40B4-BE49-F238E27FC236}">
                <a16:creationId xmlns:a16="http://schemas.microsoft.com/office/drawing/2014/main" id="{F7289F6A-D290-AC45-F8A0-3FE03DD6A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048" y="6126961"/>
            <a:ext cx="547966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7775D70-EAF1-58A7-1170-2BE1F5B0D897}"/>
              </a:ext>
            </a:extLst>
          </p:cNvPr>
          <p:cNvSpPr txBox="1">
            <a:spLocks/>
          </p:cNvSpPr>
          <p:nvPr/>
        </p:nvSpPr>
        <p:spPr>
          <a:xfrm>
            <a:off x="2248271" y="6194253"/>
            <a:ext cx="5004174" cy="567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www.hoyleanalytics.org 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7" name="Picture 6" descr="The image depicts a QR code, which is a two-dimensional barcode that can be scanned by a QR reader to provide specific information or access to a website.&#10;&#10;AI-generated content may be incorrect.">
            <a:extLst>
              <a:ext uri="{FF2B5EF4-FFF2-40B4-BE49-F238E27FC236}">
                <a16:creationId xmlns:a16="http://schemas.microsoft.com/office/drawing/2014/main" id="{1FFA3C06-49F3-6994-CFD0-789E2C69D1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161" y="3826691"/>
            <a:ext cx="2651304" cy="265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18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4255</Words>
  <Application>Microsoft Office PowerPoint</Application>
  <PresentationFormat>Widescreen</PresentationFormat>
  <Paragraphs>1516</Paragraphs>
  <Slides>77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3" baseType="lpstr">
      <vt:lpstr>Aptos</vt:lpstr>
      <vt:lpstr>Aptos Display</vt:lpstr>
      <vt:lpstr>Arial</vt:lpstr>
      <vt:lpstr>Cambria Math</vt:lpstr>
      <vt:lpstr>Symbol</vt:lpstr>
      <vt:lpstr>Office Theme</vt:lpstr>
      <vt:lpstr>PowerPoint Presentation</vt:lpstr>
      <vt:lpstr>Outline</vt:lpstr>
      <vt:lpstr>Outline</vt:lpstr>
      <vt:lpstr>Outline</vt:lpstr>
      <vt:lpstr>What we will learn</vt:lpstr>
      <vt:lpstr>What we will not learn</vt:lpstr>
      <vt:lpstr>What I assume you know</vt:lpstr>
      <vt:lpstr>Predicting the next word</vt:lpstr>
      <vt:lpstr>Predicting the next word</vt:lpstr>
      <vt:lpstr>Predicting the next word</vt:lpstr>
      <vt:lpstr>Predicting the next word</vt:lpstr>
      <vt:lpstr>Predicting the next word</vt:lpstr>
      <vt:lpstr>Predicting the next word</vt:lpstr>
      <vt:lpstr>Predicting the next word</vt:lpstr>
      <vt:lpstr>Predicting the next word</vt:lpstr>
      <vt:lpstr>Words as tokens</vt:lpstr>
      <vt:lpstr>Sequences</vt:lpstr>
      <vt:lpstr>Simple approaches</vt:lpstr>
      <vt:lpstr>Simple approaches: Markov models</vt:lpstr>
      <vt:lpstr>Simple approaches: Markov models</vt:lpstr>
      <vt:lpstr>Simple approaches: Markov models</vt:lpstr>
      <vt:lpstr>Simple approaches: Markov models</vt:lpstr>
      <vt:lpstr>Simple approaches: Markov models</vt:lpstr>
      <vt:lpstr>Simple approaches: Markov models</vt:lpstr>
      <vt:lpstr>Simple approaches: Markov models</vt:lpstr>
      <vt:lpstr>Simple approaches: Markov models</vt:lpstr>
      <vt:lpstr>Simple approaches: Markov models</vt:lpstr>
      <vt:lpstr>Simple approaches: Markov models</vt:lpstr>
      <vt:lpstr>Simple approaches: Markov models</vt:lpstr>
      <vt:lpstr>Simple approaches: Markov models</vt:lpstr>
      <vt:lpstr>Simple approaches: Markov models</vt:lpstr>
      <vt:lpstr>Word embeddings</vt:lpstr>
      <vt:lpstr>Word embeddings</vt:lpstr>
      <vt:lpstr>Word embeddings</vt:lpstr>
      <vt:lpstr>Word embeddings</vt:lpstr>
      <vt:lpstr>Code example</vt:lpstr>
      <vt:lpstr>Code Example 1</vt:lpstr>
      <vt:lpstr>Transformers</vt:lpstr>
      <vt:lpstr>Transforming embeddings</vt:lpstr>
      <vt:lpstr>Attention</vt:lpstr>
      <vt:lpstr>Self-Attention</vt:lpstr>
      <vt:lpstr>Self-Attention</vt:lpstr>
      <vt:lpstr>Self-Attention</vt:lpstr>
      <vt:lpstr>Self-Attention</vt:lpstr>
      <vt:lpstr>Self-Attention</vt:lpstr>
      <vt:lpstr>Attention: Masking</vt:lpstr>
      <vt:lpstr>Attention Head</vt:lpstr>
      <vt:lpstr>Multi-headed Self-Attention</vt:lpstr>
      <vt:lpstr>Neural Network Sub-Layer</vt:lpstr>
      <vt:lpstr>Neural Network Sub-Layer</vt:lpstr>
      <vt:lpstr>The Transformer Block</vt:lpstr>
      <vt:lpstr>Technical transformations</vt:lpstr>
      <vt:lpstr>The Transformer Block</vt:lpstr>
      <vt:lpstr>The Transformer Model</vt:lpstr>
      <vt:lpstr>Back to predicting the next word</vt:lpstr>
      <vt:lpstr>Predicting the next word from context embeddings</vt:lpstr>
      <vt:lpstr>Training</vt:lpstr>
      <vt:lpstr>Predicting the next word from context embeddings</vt:lpstr>
      <vt:lpstr>Positional encoding</vt:lpstr>
      <vt:lpstr>Positional encoding</vt:lpstr>
      <vt:lpstr>Positional encoding</vt:lpstr>
      <vt:lpstr>Positional encoding</vt:lpstr>
      <vt:lpstr>Positional encoding</vt:lpstr>
      <vt:lpstr>Positional encoding</vt:lpstr>
      <vt:lpstr>Different types of transformers</vt:lpstr>
      <vt:lpstr>Different types of transformers</vt:lpstr>
      <vt:lpstr>Different types of transformers</vt:lpstr>
      <vt:lpstr>Different types of transformers</vt:lpstr>
      <vt:lpstr>Different types of transformers</vt:lpstr>
      <vt:lpstr>Different types of transformers</vt:lpstr>
      <vt:lpstr>Different types of transformers</vt:lpstr>
      <vt:lpstr>Code example</vt:lpstr>
      <vt:lpstr>Code Example 2</vt:lpstr>
      <vt:lpstr>Wrap up: What we learnt</vt:lpstr>
      <vt:lpstr>Wrap up: What to learn next</vt:lpstr>
      <vt:lpstr>Wrap up: What I haven’t told you</vt:lpstr>
      <vt:lpstr>Thank you for listening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Hoyle</dc:creator>
  <cp:lastModifiedBy>David Hoyle</cp:lastModifiedBy>
  <cp:revision>1</cp:revision>
  <dcterms:created xsi:type="dcterms:W3CDTF">2026-04-03T14:04:13Z</dcterms:created>
  <dcterms:modified xsi:type="dcterms:W3CDTF">2026-04-26T23:01:47Z</dcterms:modified>
</cp:coreProperties>
</file>